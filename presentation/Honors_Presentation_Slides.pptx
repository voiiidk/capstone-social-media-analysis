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65" r:id="rId2"/>
    <p:sldId id="259" r:id="rId3"/>
    <p:sldId id="277" r:id="rId4"/>
    <p:sldId id="261" r:id="rId5"/>
    <p:sldId id="264" r:id="rId6"/>
    <p:sldId id="266" r:id="rId7"/>
    <p:sldId id="275" r:id="rId8"/>
    <p:sldId id="269" r:id="rId9"/>
    <p:sldId id="272" r:id="rId10"/>
    <p:sldId id="263" r:id="rId11"/>
    <p:sldId id="273" r:id="rId12"/>
    <p:sldId id="271" r:id="rId13"/>
    <p:sldId id="260" r:id="rId14"/>
    <p:sldId id="276" r:id="rId15"/>
    <p:sldId id="274" r:id="rId16"/>
    <p:sldId id="258" r:id="rId17"/>
    <p:sldId id="262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81"/>
    <a:srgbClr val="016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2" autoAdjust="0"/>
    <p:restoredTop sz="56686" autoAdjust="0"/>
  </p:normalViewPr>
  <p:slideViewPr>
    <p:cSldViewPr snapToGrid="0">
      <p:cViewPr varScale="1">
        <p:scale>
          <a:sx n="54" d="100"/>
          <a:sy n="54" d="100"/>
        </p:scale>
        <p:origin x="2148" y="4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qi Su" userId="15332594006_tp_box_2" providerId="OAuth2" clId="{09999CD2-FD51-5403-BC08-861E358A08B1}"/>
    <pc:docChg chg="custSel modSld">
      <pc:chgData name="Xiaoqi Su" userId="15332594006_tp_box_2" providerId="OAuth2" clId="{09999CD2-FD51-5403-BC08-861E358A08B1}" dt="2025-08-18T06:45:01.272" v="237" actId="20577"/>
      <pc:docMkLst>
        <pc:docMk/>
      </pc:docMkLst>
      <pc:sldChg chg="modSp mod">
        <pc:chgData name="Xiaoqi Su" userId="15332594006_tp_box_2" providerId="OAuth2" clId="{09999CD2-FD51-5403-BC08-861E358A08B1}" dt="2025-08-18T06:45:01.272" v="237" actId="20577"/>
        <pc:sldMkLst>
          <pc:docMk/>
          <pc:sldMk cId="79148417" sldId="265"/>
        </pc:sldMkLst>
        <pc:spChg chg="mod">
          <ac:chgData name="Xiaoqi Su" userId="15332594006_tp_box_2" providerId="OAuth2" clId="{09999CD2-FD51-5403-BC08-861E358A08B1}" dt="2025-08-18T06:41:25.265" v="96" actId="27636"/>
          <ac:spMkLst>
            <pc:docMk/>
            <pc:sldMk cId="79148417" sldId="265"/>
            <ac:spMk id="4100" creationId="{00000000-0000-0000-0000-000000000000}"/>
          </ac:spMkLst>
        </pc:spChg>
        <pc:spChg chg="mod">
          <ac:chgData name="Xiaoqi Su" userId="15332594006_tp_box_2" providerId="OAuth2" clId="{09999CD2-FD51-5403-BC08-861E358A08B1}" dt="2025-08-18T06:45:01.272" v="237" actId="20577"/>
          <ac:spMkLst>
            <pc:docMk/>
            <pc:sldMk cId="79148417" sldId="265"/>
            <ac:spMk id="4101" creationId="{00000000-0000-0000-0000-000000000000}"/>
          </ac:spMkLst>
        </pc:spChg>
        <pc:picChg chg="mod">
          <ac:chgData name="Xiaoqi Su" userId="15332594006_tp_box_2" providerId="OAuth2" clId="{09999CD2-FD51-5403-BC08-861E358A08B1}" dt="2025-08-18T06:44:47.390" v="211" actId="1076"/>
          <ac:picMkLst>
            <pc:docMk/>
            <pc:sldMk cId="79148417" sldId="265"/>
            <ac:picMk id="4098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Overall, what is your general ATTITUDE towards advertisements by official accounts on Weibo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Very positive</c:v>
                </c:pt>
                <c:pt idx="1">
                  <c:v>Somewhat positive</c:v>
                </c:pt>
                <c:pt idx="2">
                  <c:v>Neutral</c:v>
                </c:pt>
                <c:pt idx="3">
                  <c:v>Somewhat negative</c:v>
                </c:pt>
                <c:pt idx="4">
                  <c:v>Very negative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36</c:v>
                </c:pt>
                <c:pt idx="3">
                  <c:v>20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6D-4AEB-B379-8906EF9A9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68215311"/>
        <c:axId val="768215791"/>
      </c:barChart>
      <c:catAx>
        <c:axId val="7682153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8215791"/>
        <c:crosses val="autoZero"/>
        <c:auto val="1"/>
        <c:lblAlgn val="ctr"/>
        <c:lblOffset val="100"/>
        <c:noMultiLvlLbl val="0"/>
      </c:catAx>
      <c:valAx>
        <c:axId val="7682157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8215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Overall, how INTRUSIVE do you find the advertisements by official accounts on X to your browsing experience?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Overall, what is your general ATTITUDE towards advertisements by official accounts on Weibo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Very positive</c:v>
                </c:pt>
                <c:pt idx="1">
                  <c:v>Somewhat positive</c:v>
                </c:pt>
                <c:pt idx="2">
                  <c:v>Neutral</c:v>
                </c:pt>
                <c:pt idx="3">
                  <c:v>Somewhat negative</c:v>
                </c:pt>
                <c:pt idx="4">
                  <c:v>Very negative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23</c:v>
                </c:pt>
                <c:pt idx="3">
                  <c:v>7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CB-4D40-B343-907DECE13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68215311"/>
        <c:axId val="768215791"/>
      </c:barChart>
      <c:catAx>
        <c:axId val="7682153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8215791"/>
        <c:crosses val="autoZero"/>
        <c:auto val="1"/>
        <c:lblAlgn val="ctr"/>
        <c:lblOffset val="100"/>
        <c:noMultiLvlLbl val="0"/>
      </c:catAx>
      <c:valAx>
        <c:axId val="7682157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8215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C917B-AC9F-4C90-A42A-0487D898F00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E488B1-2914-42D6-838C-03DBD36EC981}">
      <dgm:prSet custT="1"/>
      <dgm:spPr/>
      <dgm:t>
        <a:bodyPr/>
        <a:lstStyle/>
        <a:p>
          <a:r>
            <a:rPr lang="en-US" altLang="zh-CN" sz="2400" dirty="0"/>
            <a:t>X. Shi and W. Wan, "A cross-cultural genre analysis of firm-generated advertisements on Twitter and Sina Weibo," Journal of Business and Technical Communication, vol. 36, no. 1, p. 71–104, 2021. </a:t>
          </a:r>
          <a:endParaRPr lang="en-US" sz="2400" dirty="0"/>
        </a:p>
      </dgm:t>
    </dgm:pt>
    <dgm:pt modelId="{6167AF4F-4D75-4233-9734-532A1ED15081}" type="parTrans" cxnId="{289CE25E-C3AA-4B3F-A694-E77CFFC1911F}">
      <dgm:prSet/>
      <dgm:spPr/>
      <dgm:t>
        <a:bodyPr/>
        <a:lstStyle/>
        <a:p>
          <a:endParaRPr lang="en-US"/>
        </a:p>
      </dgm:t>
    </dgm:pt>
    <dgm:pt modelId="{CD6149A1-EE20-494C-A892-6381DA0E8567}" type="sibTrans" cxnId="{289CE25E-C3AA-4B3F-A694-E77CFFC1911F}">
      <dgm:prSet/>
      <dgm:spPr/>
      <dgm:t>
        <a:bodyPr/>
        <a:lstStyle/>
        <a:p>
          <a:endParaRPr lang="en-US"/>
        </a:p>
      </dgm:t>
    </dgm:pt>
    <dgm:pt modelId="{DFE3EA15-0D20-4B80-A4BC-F458993306F8}">
      <dgm:prSet/>
      <dgm:spPr/>
      <dgm:t>
        <a:bodyPr/>
        <a:lstStyle/>
        <a:p>
          <a:r>
            <a:rPr lang="en-US" altLang="zh-CN" dirty="0"/>
            <a:t>S. G. a. P. S. L. Lisette de Vries, "Popularity of Brand Posts on Brand Fan Pages: An Investigation of the Effects of Social Media Marketing," Journal of Interactive Marketing, vol. 26, no. 2, pp. 83-91, 2012</a:t>
          </a:r>
          <a:endParaRPr lang="en-US" dirty="0"/>
        </a:p>
      </dgm:t>
    </dgm:pt>
    <dgm:pt modelId="{501DB1E3-5057-4D89-8C6E-D44698659D62}" type="parTrans" cxnId="{EA94ED92-4D77-441E-99CA-1AC577818F95}">
      <dgm:prSet/>
      <dgm:spPr/>
      <dgm:t>
        <a:bodyPr/>
        <a:lstStyle/>
        <a:p>
          <a:endParaRPr lang="en-US"/>
        </a:p>
      </dgm:t>
    </dgm:pt>
    <dgm:pt modelId="{67BFE56D-5375-4FA4-ACA6-4C37F4D8F392}" type="sibTrans" cxnId="{EA94ED92-4D77-441E-99CA-1AC577818F95}">
      <dgm:prSet/>
      <dgm:spPr/>
      <dgm:t>
        <a:bodyPr/>
        <a:lstStyle/>
        <a:p>
          <a:endParaRPr lang="en-US"/>
        </a:p>
      </dgm:t>
    </dgm:pt>
    <dgm:pt modelId="{064CA402-3F93-4470-BB4A-16ED3E8A2AF3}" type="pres">
      <dgm:prSet presAssocID="{BB2C917B-AC9F-4C90-A42A-0487D898F007}" presName="root" presStyleCnt="0">
        <dgm:presLayoutVars>
          <dgm:dir/>
          <dgm:resizeHandles val="exact"/>
        </dgm:presLayoutVars>
      </dgm:prSet>
      <dgm:spPr/>
    </dgm:pt>
    <dgm:pt modelId="{669FDBEF-4989-4D7F-A16B-BCE4B0F4C63C}" type="pres">
      <dgm:prSet presAssocID="{48E488B1-2914-42D6-838C-03DBD36EC981}" presName="compNode" presStyleCnt="0"/>
      <dgm:spPr/>
    </dgm:pt>
    <dgm:pt modelId="{6C8F59DB-560F-4F8A-86DC-2E44318F245B}" type="pres">
      <dgm:prSet presAssocID="{48E488B1-2914-42D6-838C-03DBD36EC981}" presName="bgRect" presStyleLbl="bgShp" presStyleIdx="0" presStyleCnt="2"/>
      <dgm:spPr/>
    </dgm:pt>
    <dgm:pt modelId="{6B473718-E262-4B19-84B2-A4E88C9C3F83}" type="pres">
      <dgm:prSet presAssocID="{48E488B1-2914-42D6-838C-03DBD36EC98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55F1858-7575-408E-9B16-572AED84DD1B}" type="pres">
      <dgm:prSet presAssocID="{48E488B1-2914-42D6-838C-03DBD36EC981}" presName="spaceRect" presStyleCnt="0"/>
      <dgm:spPr/>
    </dgm:pt>
    <dgm:pt modelId="{845B1444-C8B7-4F9C-A45B-A069614A6921}" type="pres">
      <dgm:prSet presAssocID="{48E488B1-2914-42D6-838C-03DBD36EC981}" presName="parTx" presStyleLbl="revTx" presStyleIdx="0" presStyleCnt="2">
        <dgm:presLayoutVars>
          <dgm:chMax val="0"/>
          <dgm:chPref val="0"/>
        </dgm:presLayoutVars>
      </dgm:prSet>
      <dgm:spPr/>
    </dgm:pt>
    <dgm:pt modelId="{39974BBB-D66F-4CCF-B9A4-581693F2D7D5}" type="pres">
      <dgm:prSet presAssocID="{CD6149A1-EE20-494C-A892-6381DA0E8567}" presName="sibTrans" presStyleCnt="0"/>
      <dgm:spPr/>
    </dgm:pt>
    <dgm:pt modelId="{D933FB02-EE23-4F8E-97CA-70A69C5C890A}" type="pres">
      <dgm:prSet presAssocID="{DFE3EA15-0D20-4B80-A4BC-F458993306F8}" presName="compNode" presStyleCnt="0"/>
      <dgm:spPr/>
    </dgm:pt>
    <dgm:pt modelId="{5CC1DD3B-526A-4248-909A-718A44EBA8BA}" type="pres">
      <dgm:prSet presAssocID="{DFE3EA15-0D20-4B80-A4BC-F458993306F8}" presName="bgRect" presStyleLbl="bgShp" presStyleIdx="1" presStyleCnt="2"/>
      <dgm:spPr/>
    </dgm:pt>
    <dgm:pt modelId="{B1C5D025-1AE2-40D3-9352-9A80B1346C00}" type="pres">
      <dgm:prSet presAssocID="{DFE3EA15-0D20-4B80-A4BC-F458993306F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AF7DA0A-0B94-40D9-84D2-244ADCF66E11}" type="pres">
      <dgm:prSet presAssocID="{DFE3EA15-0D20-4B80-A4BC-F458993306F8}" presName="spaceRect" presStyleCnt="0"/>
      <dgm:spPr/>
    </dgm:pt>
    <dgm:pt modelId="{898018CF-8C84-4155-9015-E95A73A3B397}" type="pres">
      <dgm:prSet presAssocID="{DFE3EA15-0D20-4B80-A4BC-F458993306F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223CD0B-E86A-41F2-9D57-83C85EBAC496}" type="presOf" srcId="{BB2C917B-AC9F-4C90-A42A-0487D898F007}" destId="{064CA402-3F93-4470-BB4A-16ED3E8A2AF3}" srcOrd="0" destOrd="0" presId="urn:microsoft.com/office/officeart/2018/2/layout/IconVerticalSolidList"/>
    <dgm:cxn modelId="{289CE25E-C3AA-4B3F-A694-E77CFFC1911F}" srcId="{BB2C917B-AC9F-4C90-A42A-0487D898F007}" destId="{48E488B1-2914-42D6-838C-03DBD36EC981}" srcOrd="0" destOrd="0" parTransId="{6167AF4F-4D75-4233-9734-532A1ED15081}" sibTransId="{CD6149A1-EE20-494C-A892-6381DA0E8567}"/>
    <dgm:cxn modelId="{7C305058-573B-4A1C-8DAA-DB8EA7C309B5}" type="presOf" srcId="{DFE3EA15-0D20-4B80-A4BC-F458993306F8}" destId="{898018CF-8C84-4155-9015-E95A73A3B397}" srcOrd="0" destOrd="0" presId="urn:microsoft.com/office/officeart/2018/2/layout/IconVerticalSolidList"/>
    <dgm:cxn modelId="{EA94ED92-4D77-441E-99CA-1AC577818F95}" srcId="{BB2C917B-AC9F-4C90-A42A-0487D898F007}" destId="{DFE3EA15-0D20-4B80-A4BC-F458993306F8}" srcOrd="1" destOrd="0" parTransId="{501DB1E3-5057-4D89-8C6E-D44698659D62}" sibTransId="{67BFE56D-5375-4FA4-ACA6-4C37F4D8F392}"/>
    <dgm:cxn modelId="{21FEDFD2-F5AF-4561-A03B-D6051DA0ED3A}" type="presOf" srcId="{48E488B1-2914-42D6-838C-03DBD36EC981}" destId="{845B1444-C8B7-4F9C-A45B-A069614A6921}" srcOrd="0" destOrd="0" presId="urn:microsoft.com/office/officeart/2018/2/layout/IconVerticalSolidList"/>
    <dgm:cxn modelId="{399233F4-FBA0-48A7-8F8F-4174AB0B3B23}" type="presParOf" srcId="{064CA402-3F93-4470-BB4A-16ED3E8A2AF3}" destId="{669FDBEF-4989-4D7F-A16B-BCE4B0F4C63C}" srcOrd="0" destOrd="0" presId="urn:microsoft.com/office/officeart/2018/2/layout/IconVerticalSolidList"/>
    <dgm:cxn modelId="{33B6EB83-6B75-42F3-B36F-44590507C8AE}" type="presParOf" srcId="{669FDBEF-4989-4D7F-A16B-BCE4B0F4C63C}" destId="{6C8F59DB-560F-4F8A-86DC-2E44318F245B}" srcOrd="0" destOrd="0" presId="urn:microsoft.com/office/officeart/2018/2/layout/IconVerticalSolidList"/>
    <dgm:cxn modelId="{E877421A-959B-4871-B237-E7615677D76B}" type="presParOf" srcId="{669FDBEF-4989-4D7F-A16B-BCE4B0F4C63C}" destId="{6B473718-E262-4B19-84B2-A4E88C9C3F83}" srcOrd="1" destOrd="0" presId="urn:microsoft.com/office/officeart/2018/2/layout/IconVerticalSolidList"/>
    <dgm:cxn modelId="{132BEBC5-66AB-444B-B7E1-864EE32E2FB9}" type="presParOf" srcId="{669FDBEF-4989-4D7F-A16B-BCE4B0F4C63C}" destId="{755F1858-7575-408E-9B16-572AED84DD1B}" srcOrd="2" destOrd="0" presId="urn:microsoft.com/office/officeart/2018/2/layout/IconVerticalSolidList"/>
    <dgm:cxn modelId="{6B008E0C-F648-4432-A336-5AF2306BE3D1}" type="presParOf" srcId="{669FDBEF-4989-4D7F-A16B-BCE4B0F4C63C}" destId="{845B1444-C8B7-4F9C-A45B-A069614A6921}" srcOrd="3" destOrd="0" presId="urn:microsoft.com/office/officeart/2018/2/layout/IconVerticalSolidList"/>
    <dgm:cxn modelId="{A002A8DA-89CC-4101-B2CF-AC264E02E7C4}" type="presParOf" srcId="{064CA402-3F93-4470-BB4A-16ED3E8A2AF3}" destId="{39974BBB-D66F-4CCF-B9A4-581693F2D7D5}" srcOrd="1" destOrd="0" presId="urn:microsoft.com/office/officeart/2018/2/layout/IconVerticalSolidList"/>
    <dgm:cxn modelId="{C960E9CA-D999-4DDF-B495-23BCD35F982B}" type="presParOf" srcId="{064CA402-3F93-4470-BB4A-16ED3E8A2AF3}" destId="{D933FB02-EE23-4F8E-97CA-70A69C5C890A}" srcOrd="2" destOrd="0" presId="urn:microsoft.com/office/officeart/2018/2/layout/IconVerticalSolidList"/>
    <dgm:cxn modelId="{396E71E5-CF8E-4511-9EAB-404A227270A1}" type="presParOf" srcId="{D933FB02-EE23-4F8E-97CA-70A69C5C890A}" destId="{5CC1DD3B-526A-4248-909A-718A44EBA8BA}" srcOrd="0" destOrd="0" presId="urn:microsoft.com/office/officeart/2018/2/layout/IconVerticalSolidList"/>
    <dgm:cxn modelId="{D95B2B1B-52E9-459A-99D1-E30CCD26404F}" type="presParOf" srcId="{D933FB02-EE23-4F8E-97CA-70A69C5C890A}" destId="{B1C5D025-1AE2-40D3-9352-9A80B1346C00}" srcOrd="1" destOrd="0" presId="urn:microsoft.com/office/officeart/2018/2/layout/IconVerticalSolidList"/>
    <dgm:cxn modelId="{58C1429F-CB34-4447-B502-D2D9E38791AB}" type="presParOf" srcId="{D933FB02-EE23-4F8E-97CA-70A69C5C890A}" destId="{FAF7DA0A-0B94-40D9-84D2-244ADCF66E11}" srcOrd="2" destOrd="0" presId="urn:microsoft.com/office/officeart/2018/2/layout/IconVerticalSolidList"/>
    <dgm:cxn modelId="{5B8DCF57-FD93-4699-8CE4-6FFAE578A754}" type="presParOf" srcId="{D933FB02-EE23-4F8E-97CA-70A69C5C890A}" destId="{898018CF-8C84-4155-9015-E95A73A3B3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2C917B-AC9F-4C90-A42A-0487D898F00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8E488B1-2914-42D6-838C-03DBD36EC9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How do official brand accounts differ in posting volume?</a:t>
          </a:r>
        </a:p>
      </dgm:t>
    </dgm:pt>
    <dgm:pt modelId="{6167AF4F-4D75-4233-9734-532A1ED15081}" type="parTrans" cxnId="{289CE25E-C3AA-4B3F-A694-E77CFFC1911F}">
      <dgm:prSet/>
      <dgm:spPr/>
      <dgm:t>
        <a:bodyPr/>
        <a:lstStyle/>
        <a:p>
          <a:endParaRPr lang="en-US"/>
        </a:p>
      </dgm:t>
    </dgm:pt>
    <dgm:pt modelId="{CD6149A1-EE20-494C-A892-6381DA0E8567}" type="sibTrans" cxnId="{289CE25E-C3AA-4B3F-A694-E77CFFC1911F}">
      <dgm:prSet/>
      <dgm:spPr/>
      <dgm:t>
        <a:bodyPr/>
        <a:lstStyle/>
        <a:p>
          <a:endParaRPr lang="en-US"/>
        </a:p>
      </dgm:t>
    </dgm:pt>
    <dgm:pt modelId="{DFE3EA15-0D20-4B80-A4BC-F458993306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altLang="zh-CN" dirty="0"/>
            <a:t>What temporal pattern the posts follow</a:t>
          </a:r>
          <a:endParaRPr lang="en-US" dirty="0"/>
        </a:p>
      </dgm:t>
    </dgm:pt>
    <dgm:pt modelId="{501DB1E3-5057-4D89-8C6E-D44698659D62}" type="parTrans" cxnId="{EA94ED92-4D77-441E-99CA-1AC577818F95}">
      <dgm:prSet/>
      <dgm:spPr/>
      <dgm:t>
        <a:bodyPr/>
        <a:lstStyle/>
        <a:p>
          <a:endParaRPr lang="en-US"/>
        </a:p>
      </dgm:t>
    </dgm:pt>
    <dgm:pt modelId="{67BFE56D-5375-4FA4-ACA6-4C37F4D8F392}" type="sibTrans" cxnId="{EA94ED92-4D77-441E-99CA-1AC577818F95}">
      <dgm:prSet/>
      <dgm:spPr/>
      <dgm:t>
        <a:bodyPr/>
        <a:lstStyle/>
        <a:p>
          <a:endParaRPr lang="en-US"/>
        </a:p>
      </dgm:t>
    </dgm:pt>
    <dgm:pt modelId="{9F548C32-D4F9-4BA6-8D81-5958AFD0DC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What is the 'Perception-Volume Paradox' in cross-platform advertising?</a:t>
          </a:r>
        </a:p>
      </dgm:t>
    </dgm:pt>
    <dgm:pt modelId="{B9C24B31-0AFA-4F0C-9C7E-4762851E4980}" type="parTrans" cxnId="{D2CED19B-E2FA-4FEF-A189-11AFC8386203}">
      <dgm:prSet/>
      <dgm:spPr/>
      <dgm:t>
        <a:bodyPr/>
        <a:lstStyle/>
        <a:p>
          <a:endParaRPr lang="en-US"/>
        </a:p>
      </dgm:t>
    </dgm:pt>
    <dgm:pt modelId="{ADC48387-7732-4A7A-9537-9847A604FB94}" type="sibTrans" cxnId="{D2CED19B-E2FA-4FEF-A189-11AFC8386203}">
      <dgm:prSet/>
      <dgm:spPr/>
      <dgm:t>
        <a:bodyPr/>
        <a:lstStyle/>
        <a:p>
          <a:endParaRPr lang="en-US"/>
        </a:p>
      </dgm:t>
    </dgm:pt>
    <dgm:pt modelId="{064CA402-3F93-4470-BB4A-16ED3E8A2AF3}" type="pres">
      <dgm:prSet presAssocID="{BB2C917B-AC9F-4C90-A42A-0487D898F007}" presName="root" presStyleCnt="0">
        <dgm:presLayoutVars>
          <dgm:dir/>
          <dgm:resizeHandles val="exact"/>
        </dgm:presLayoutVars>
      </dgm:prSet>
      <dgm:spPr/>
    </dgm:pt>
    <dgm:pt modelId="{669FDBEF-4989-4D7F-A16B-BCE4B0F4C63C}" type="pres">
      <dgm:prSet presAssocID="{48E488B1-2914-42D6-838C-03DBD36EC981}" presName="compNode" presStyleCnt="0"/>
      <dgm:spPr/>
    </dgm:pt>
    <dgm:pt modelId="{6C8F59DB-560F-4F8A-86DC-2E44318F245B}" type="pres">
      <dgm:prSet presAssocID="{48E488B1-2914-42D6-838C-03DBD36EC981}" presName="bgRect" presStyleLbl="bgShp" presStyleIdx="0" presStyleCnt="3"/>
      <dgm:spPr/>
    </dgm:pt>
    <dgm:pt modelId="{6B473718-E262-4B19-84B2-A4E88C9C3F83}" type="pres">
      <dgm:prSet presAssocID="{48E488B1-2914-42D6-838C-03DBD36EC9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55F1858-7575-408E-9B16-572AED84DD1B}" type="pres">
      <dgm:prSet presAssocID="{48E488B1-2914-42D6-838C-03DBD36EC981}" presName="spaceRect" presStyleCnt="0"/>
      <dgm:spPr/>
    </dgm:pt>
    <dgm:pt modelId="{845B1444-C8B7-4F9C-A45B-A069614A6921}" type="pres">
      <dgm:prSet presAssocID="{48E488B1-2914-42D6-838C-03DBD36EC981}" presName="parTx" presStyleLbl="revTx" presStyleIdx="0" presStyleCnt="3">
        <dgm:presLayoutVars>
          <dgm:chMax val="0"/>
          <dgm:chPref val="0"/>
        </dgm:presLayoutVars>
      </dgm:prSet>
      <dgm:spPr/>
    </dgm:pt>
    <dgm:pt modelId="{39974BBB-D66F-4CCF-B9A4-581693F2D7D5}" type="pres">
      <dgm:prSet presAssocID="{CD6149A1-EE20-494C-A892-6381DA0E8567}" presName="sibTrans" presStyleCnt="0"/>
      <dgm:spPr/>
    </dgm:pt>
    <dgm:pt modelId="{D933FB02-EE23-4F8E-97CA-70A69C5C890A}" type="pres">
      <dgm:prSet presAssocID="{DFE3EA15-0D20-4B80-A4BC-F458993306F8}" presName="compNode" presStyleCnt="0"/>
      <dgm:spPr/>
    </dgm:pt>
    <dgm:pt modelId="{5CC1DD3B-526A-4248-909A-718A44EBA8BA}" type="pres">
      <dgm:prSet presAssocID="{DFE3EA15-0D20-4B80-A4BC-F458993306F8}" presName="bgRect" presStyleLbl="bgShp" presStyleIdx="1" presStyleCnt="3"/>
      <dgm:spPr/>
    </dgm:pt>
    <dgm:pt modelId="{B1C5D025-1AE2-40D3-9352-9A80B1346C00}" type="pres">
      <dgm:prSet presAssocID="{DFE3EA15-0D20-4B80-A4BC-F458993306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AF7DA0A-0B94-40D9-84D2-244ADCF66E11}" type="pres">
      <dgm:prSet presAssocID="{DFE3EA15-0D20-4B80-A4BC-F458993306F8}" presName="spaceRect" presStyleCnt="0"/>
      <dgm:spPr/>
    </dgm:pt>
    <dgm:pt modelId="{898018CF-8C84-4155-9015-E95A73A3B397}" type="pres">
      <dgm:prSet presAssocID="{DFE3EA15-0D20-4B80-A4BC-F458993306F8}" presName="parTx" presStyleLbl="revTx" presStyleIdx="1" presStyleCnt="3">
        <dgm:presLayoutVars>
          <dgm:chMax val="0"/>
          <dgm:chPref val="0"/>
        </dgm:presLayoutVars>
      </dgm:prSet>
      <dgm:spPr/>
    </dgm:pt>
    <dgm:pt modelId="{65F49269-28ED-4841-8501-80F4D01388D6}" type="pres">
      <dgm:prSet presAssocID="{67BFE56D-5375-4FA4-ACA6-4C37F4D8F392}" presName="sibTrans" presStyleCnt="0"/>
      <dgm:spPr/>
    </dgm:pt>
    <dgm:pt modelId="{97B48B86-048C-4B2F-BBE6-C449AE24857A}" type="pres">
      <dgm:prSet presAssocID="{9F548C32-D4F9-4BA6-8D81-5958AFD0DC5A}" presName="compNode" presStyleCnt="0"/>
      <dgm:spPr/>
    </dgm:pt>
    <dgm:pt modelId="{16BCFAE8-8748-48E5-A30E-11DCDFE1BBF2}" type="pres">
      <dgm:prSet presAssocID="{9F548C32-D4F9-4BA6-8D81-5958AFD0DC5A}" presName="bgRect" presStyleLbl="bgShp" presStyleIdx="2" presStyleCnt="3"/>
      <dgm:spPr/>
    </dgm:pt>
    <dgm:pt modelId="{DB1DB182-FF44-487E-BD57-DB82D30EADCD}" type="pres">
      <dgm:prSet presAssocID="{9F548C32-D4F9-4BA6-8D81-5958AFD0DC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3B87E851-2326-445D-862B-DAF5CC37A515}" type="pres">
      <dgm:prSet presAssocID="{9F548C32-D4F9-4BA6-8D81-5958AFD0DC5A}" presName="spaceRect" presStyleCnt="0"/>
      <dgm:spPr/>
    </dgm:pt>
    <dgm:pt modelId="{6525C304-C61F-4CB8-9000-1451FCD0D457}" type="pres">
      <dgm:prSet presAssocID="{9F548C32-D4F9-4BA6-8D81-5958AFD0DC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23CD0B-E86A-41F2-9D57-83C85EBAC496}" type="presOf" srcId="{BB2C917B-AC9F-4C90-A42A-0487D898F007}" destId="{064CA402-3F93-4470-BB4A-16ED3E8A2AF3}" srcOrd="0" destOrd="0" presId="urn:microsoft.com/office/officeart/2018/2/layout/IconVerticalSolidList"/>
    <dgm:cxn modelId="{289CE25E-C3AA-4B3F-A694-E77CFFC1911F}" srcId="{BB2C917B-AC9F-4C90-A42A-0487D898F007}" destId="{48E488B1-2914-42D6-838C-03DBD36EC981}" srcOrd="0" destOrd="0" parTransId="{6167AF4F-4D75-4233-9734-532A1ED15081}" sibTransId="{CD6149A1-EE20-494C-A892-6381DA0E8567}"/>
    <dgm:cxn modelId="{186EE24F-2173-4A94-8A5D-C7EB2E75CE64}" type="presOf" srcId="{9F548C32-D4F9-4BA6-8D81-5958AFD0DC5A}" destId="{6525C304-C61F-4CB8-9000-1451FCD0D457}" srcOrd="0" destOrd="0" presId="urn:microsoft.com/office/officeart/2018/2/layout/IconVerticalSolidList"/>
    <dgm:cxn modelId="{7C305058-573B-4A1C-8DAA-DB8EA7C309B5}" type="presOf" srcId="{DFE3EA15-0D20-4B80-A4BC-F458993306F8}" destId="{898018CF-8C84-4155-9015-E95A73A3B397}" srcOrd="0" destOrd="0" presId="urn:microsoft.com/office/officeart/2018/2/layout/IconVerticalSolidList"/>
    <dgm:cxn modelId="{EA94ED92-4D77-441E-99CA-1AC577818F95}" srcId="{BB2C917B-AC9F-4C90-A42A-0487D898F007}" destId="{DFE3EA15-0D20-4B80-A4BC-F458993306F8}" srcOrd="1" destOrd="0" parTransId="{501DB1E3-5057-4D89-8C6E-D44698659D62}" sibTransId="{67BFE56D-5375-4FA4-ACA6-4C37F4D8F392}"/>
    <dgm:cxn modelId="{D2CED19B-E2FA-4FEF-A189-11AFC8386203}" srcId="{BB2C917B-AC9F-4C90-A42A-0487D898F007}" destId="{9F548C32-D4F9-4BA6-8D81-5958AFD0DC5A}" srcOrd="2" destOrd="0" parTransId="{B9C24B31-0AFA-4F0C-9C7E-4762851E4980}" sibTransId="{ADC48387-7732-4A7A-9537-9847A604FB94}"/>
    <dgm:cxn modelId="{21FEDFD2-F5AF-4561-A03B-D6051DA0ED3A}" type="presOf" srcId="{48E488B1-2914-42D6-838C-03DBD36EC981}" destId="{845B1444-C8B7-4F9C-A45B-A069614A6921}" srcOrd="0" destOrd="0" presId="urn:microsoft.com/office/officeart/2018/2/layout/IconVerticalSolidList"/>
    <dgm:cxn modelId="{399233F4-FBA0-48A7-8F8F-4174AB0B3B23}" type="presParOf" srcId="{064CA402-3F93-4470-BB4A-16ED3E8A2AF3}" destId="{669FDBEF-4989-4D7F-A16B-BCE4B0F4C63C}" srcOrd="0" destOrd="0" presId="urn:microsoft.com/office/officeart/2018/2/layout/IconVerticalSolidList"/>
    <dgm:cxn modelId="{33B6EB83-6B75-42F3-B36F-44590507C8AE}" type="presParOf" srcId="{669FDBEF-4989-4D7F-A16B-BCE4B0F4C63C}" destId="{6C8F59DB-560F-4F8A-86DC-2E44318F245B}" srcOrd="0" destOrd="0" presId="urn:microsoft.com/office/officeart/2018/2/layout/IconVerticalSolidList"/>
    <dgm:cxn modelId="{E877421A-959B-4871-B237-E7615677D76B}" type="presParOf" srcId="{669FDBEF-4989-4D7F-A16B-BCE4B0F4C63C}" destId="{6B473718-E262-4B19-84B2-A4E88C9C3F83}" srcOrd="1" destOrd="0" presId="urn:microsoft.com/office/officeart/2018/2/layout/IconVerticalSolidList"/>
    <dgm:cxn modelId="{132BEBC5-66AB-444B-B7E1-864EE32E2FB9}" type="presParOf" srcId="{669FDBEF-4989-4D7F-A16B-BCE4B0F4C63C}" destId="{755F1858-7575-408E-9B16-572AED84DD1B}" srcOrd="2" destOrd="0" presId="urn:microsoft.com/office/officeart/2018/2/layout/IconVerticalSolidList"/>
    <dgm:cxn modelId="{6B008E0C-F648-4432-A336-5AF2306BE3D1}" type="presParOf" srcId="{669FDBEF-4989-4D7F-A16B-BCE4B0F4C63C}" destId="{845B1444-C8B7-4F9C-A45B-A069614A6921}" srcOrd="3" destOrd="0" presId="urn:microsoft.com/office/officeart/2018/2/layout/IconVerticalSolidList"/>
    <dgm:cxn modelId="{A002A8DA-89CC-4101-B2CF-AC264E02E7C4}" type="presParOf" srcId="{064CA402-3F93-4470-BB4A-16ED3E8A2AF3}" destId="{39974BBB-D66F-4CCF-B9A4-581693F2D7D5}" srcOrd="1" destOrd="0" presId="urn:microsoft.com/office/officeart/2018/2/layout/IconVerticalSolidList"/>
    <dgm:cxn modelId="{C960E9CA-D999-4DDF-B495-23BCD35F982B}" type="presParOf" srcId="{064CA402-3F93-4470-BB4A-16ED3E8A2AF3}" destId="{D933FB02-EE23-4F8E-97CA-70A69C5C890A}" srcOrd="2" destOrd="0" presId="urn:microsoft.com/office/officeart/2018/2/layout/IconVerticalSolidList"/>
    <dgm:cxn modelId="{396E71E5-CF8E-4511-9EAB-404A227270A1}" type="presParOf" srcId="{D933FB02-EE23-4F8E-97CA-70A69C5C890A}" destId="{5CC1DD3B-526A-4248-909A-718A44EBA8BA}" srcOrd="0" destOrd="0" presId="urn:microsoft.com/office/officeart/2018/2/layout/IconVerticalSolidList"/>
    <dgm:cxn modelId="{D95B2B1B-52E9-459A-99D1-E30CCD26404F}" type="presParOf" srcId="{D933FB02-EE23-4F8E-97CA-70A69C5C890A}" destId="{B1C5D025-1AE2-40D3-9352-9A80B1346C00}" srcOrd="1" destOrd="0" presId="urn:microsoft.com/office/officeart/2018/2/layout/IconVerticalSolidList"/>
    <dgm:cxn modelId="{58C1429F-CB34-4447-B502-D2D9E38791AB}" type="presParOf" srcId="{D933FB02-EE23-4F8E-97CA-70A69C5C890A}" destId="{FAF7DA0A-0B94-40D9-84D2-244ADCF66E11}" srcOrd="2" destOrd="0" presId="urn:microsoft.com/office/officeart/2018/2/layout/IconVerticalSolidList"/>
    <dgm:cxn modelId="{5B8DCF57-FD93-4699-8CE4-6FFAE578A754}" type="presParOf" srcId="{D933FB02-EE23-4F8E-97CA-70A69C5C890A}" destId="{898018CF-8C84-4155-9015-E95A73A3B397}" srcOrd="3" destOrd="0" presId="urn:microsoft.com/office/officeart/2018/2/layout/IconVerticalSolidList"/>
    <dgm:cxn modelId="{432139ED-ABFE-4C1D-9221-DFFF9B6B6762}" type="presParOf" srcId="{064CA402-3F93-4470-BB4A-16ED3E8A2AF3}" destId="{65F49269-28ED-4841-8501-80F4D01388D6}" srcOrd="3" destOrd="0" presId="urn:microsoft.com/office/officeart/2018/2/layout/IconVerticalSolidList"/>
    <dgm:cxn modelId="{88BA4975-CC39-4927-8E3F-8CA2FBC4C307}" type="presParOf" srcId="{064CA402-3F93-4470-BB4A-16ED3E8A2AF3}" destId="{97B48B86-048C-4B2F-BBE6-C449AE24857A}" srcOrd="4" destOrd="0" presId="urn:microsoft.com/office/officeart/2018/2/layout/IconVerticalSolidList"/>
    <dgm:cxn modelId="{C66B1FD2-634A-4D82-9F81-86B480F26229}" type="presParOf" srcId="{97B48B86-048C-4B2F-BBE6-C449AE24857A}" destId="{16BCFAE8-8748-48E5-A30E-11DCDFE1BBF2}" srcOrd="0" destOrd="0" presId="urn:microsoft.com/office/officeart/2018/2/layout/IconVerticalSolidList"/>
    <dgm:cxn modelId="{7DACAE66-0544-446E-ABC9-96A6517C23F4}" type="presParOf" srcId="{97B48B86-048C-4B2F-BBE6-C449AE24857A}" destId="{DB1DB182-FF44-487E-BD57-DB82D30EADCD}" srcOrd="1" destOrd="0" presId="urn:microsoft.com/office/officeart/2018/2/layout/IconVerticalSolidList"/>
    <dgm:cxn modelId="{A10BC8C7-B3B0-432D-862A-80E4E9ADB076}" type="presParOf" srcId="{97B48B86-048C-4B2F-BBE6-C449AE24857A}" destId="{3B87E851-2326-445D-862B-DAF5CC37A515}" srcOrd="2" destOrd="0" presId="urn:microsoft.com/office/officeart/2018/2/layout/IconVerticalSolidList"/>
    <dgm:cxn modelId="{91D814BA-3BF3-490C-BB0E-FDA3A191296B}" type="presParOf" srcId="{97B48B86-048C-4B2F-BBE6-C449AE24857A}" destId="{6525C304-C61F-4CB8-9000-1451FCD0D4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2332AF-BCCE-40DD-9993-498D2EB36CFA}" type="doc">
      <dgm:prSet loTypeId="urn:microsoft.com/office/officeart/2005/8/layout/vProcess5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03FFD99-D480-476D-AF6F-986162527DDB}">
      <dgm:prSet/>
      <dgm:spPr/>
      <dgm:t>
        <a:bodyPr/>
        <a:lstStyle/>
        <a:p>
          <a:r>
            <a:rPr lang="en-US"/>
            <a:t>Data Collection: Post &amp; Survey</a:t>
          </a:r>
        </a:p>
      </dgm:t>
    </dgm:pt>
    <dgm:pt modelId="{B8488E75-EDF3-47A3-9550-07826AEA05BA}" type="parTrans" cxnId="{05D534A9-A2CF-4C42-A8EE-0CA9C6B0CE96}">
      <dgm:prSet/>
      <dgm:spPr/>
      <dgm:t>
        <a:bodyPr/>
        <a:lstStyle/>
        <a:p>
          <a:endParaRPr lang="en-US"/>
        </a:p>
      </dgm:t>
    </dgm:pt>
    <dgm:pt modelId="{FE645462-9F52-4B7A-A960-6A5BB00FF4B6}" type="sibTrans" cxnId="{05D534A9-A2CF-4C42-A8EE-0CA9C6B0CE96}">
      <dgm:prSet/>
      <dgm:spPr/>
      <dgm:t>
        <a:bodyPr/>
        <a:lstStyle/>
        <a:p>
          <a:endParaRPr lang="en-US"/>
        </a:p>
      </dgm:t>
    </dgm:pt>
    <dgm:pt modelId="{A9C29F76-637F-49B4-B06D-05E10E0483DF}">
      <dgm:prSet/>
      <dgm:spPr/>
      <dgm:t>
        <a:bodyPr/>
        <a:lstStyle/>
        <a:p>
          <a:r>
            <a:rPr lang="en-US"/>
            <a:t>Quantitative Analysis</a:t>
          </a:r>
        </a:p>
      </dgm:t>
    </dgm:pt>
    <dgm:pt modelId="{4F5A7AC8-1363-4AA5-8DDE-DD9710B3D483}" type="sibTrans" cxnId="{857EA626-D5D4-4244-BD85-F74256847C11}">
      <dgm:prSet/>
      <dgm:spPr/>
      <dgm:t>
        <a:bodyPr/>
        <a:lstStyle/>
        <a:p>
          <a:endParaRPr lang="en-US"/>
        </a:p>
      </dgm:t>
    </dgm:pt>
    <dgm:pt modelId="{5B0547FE-365D-4799-974A-42EA135662BB}" type="parTrans" cxnId="{857EA626-D5D4-4244-BD85-F74256847C11}">
      <dgm:prSet/>
      <dgm:spPr/>
      <dgm:t>
        <a:bodyPr/>
        <a:lstStyle/>
        <a:p>
          <a:endParaRPr lang="en-US"/>
        </a:p>
      </dgm:t>
    </dgm:pt>
    <dgm:pt modelId="{47EF36E2-4FB7-4EFD-9174-374CDF9467E6}">
      <dgm:prSet/>
      <dgm:spPr/>
      <dgm:t>
        <a:bodyPr/>
        <a:lstStyle/>
        <a:p>
          <a:r>
            <a:rPr lang="en-US"/>
            <a:t>Data Process</a:t>
          </a:r>
        </a:p>
      </dgm:t>
    </dgm:pt>
    <dgm:pt modelId="{CA19DB56-F440-418E-A99C-E47F68CF03DF}" type="sibTrans" cxnId="{9F3AFF60-8AB4-4B3D-A755-56DCB7C1776F}">
      <dgm:prSet/>
      <dgm:spPr/>
      <dgm:t>
        <a:bodyPr/>
        <a:lstStyle/>
        <a:p>
          <a:endParaRPr lang="en-US"/>
        </a:p>
      </dgm:t>
    </dgm:pt>
    <dgm:pt modelId="{CE6EEC04-D4B8-4480-BE48-6B4F816AAE5E}" type="parTrans" cxnId="{9F3AFF60-8AB4-4B3D-A755-56DCB7C1776F}">
      <dgm:prSet/>
      <dgm:spPr/>
      <dgm:t>
        <a:bodyPr/>
        <a:lstStyle/>
        <a:p>
          <a:endParaRPr lang="en-US"/>
        </a:p>
      </dgm:t>
    </dgm:pt>
    <dgm:pt modelId="{8DD8EE10-5860-49EA-B714-F24336DB6A54}">
      <dgm:prSet/>
      <dgm:spPr/>
      <dgm:t>
        <a:bodyPr/>
        <a:lstStyle/>
        <a:p>
          <a:r>
            <a:rPr lang="en-US"/>
            <a:t>Integration</a:t>
          </a:r>
        </a:p>
      </dgm:t>
    </dgm:pt>
    <dgm:pt modelId="{E0D3E9D9-EB44-4AB1-9519-2DCCFA89B67A}" type="sibTrans" cxnId="{184B69C6-93E2-43A4-8346-B8429E6D52D7}">
      <dgm:prSet/>
      <dgm:spPr/>
      <dgm:t>
        <a:bodyPr/>
        <a:lstStyle/>
        <a:p>
          <a:endParaRPr lang="en-US"/>
        </a:p>
      </dgm:t>
    </dgm:pt>
    <dgm:pt modelId="{11597F92-C7A7-4DE1-8FD7-128A1B33DB81}" type="parTrans" cxnId="{184B69C6-93E2-43A4-8346-B8429E6D52D7}">
      <dgm:prSet/>
      <dgm:spPr/>
      <dgm:t>
        <a:bodyPr/>
        <a:lstStyle/>
        <a:p>
          <a:endParaRPr lang="en-US"/>
        </a:p>
      </dgm:t>
    </dgm:pt>
    <dgm:pt modelId="{58FF0403-E216-4CE7-8AD7-51F95034C4F6}" type="pres">
      <dgm:prSet presAssocID="{EF2332AF-BCCE-40DD-9993-498D2EB36CFA}" presName="outerComposite" presStyleCnt="0">
        <dgm:presLayoutVars>
          <dgm:chMax val="5"/>
          <dgm:dir/>
          <dgm:resizeHandles val="exact"/>
        </dgm:presLayoutVars>
      </dgm:prSet>
      <dgm:spPr/>
    </dgm:pt>
    <dgm:pt modelId="{B81707C0-2CEA-4DD9-A5B2-E03E6F34654D}" type="pres">
      <dgm:prSet presAssocID="{EF2332AF-BCCE-40DD-9993-498D2EB36CFA}" presName="dummyMaxCanvas" presStyleCnt="0">
        <dgm:presLayoutVars/>
      </dgm:prSet>
      <dgm:spPr/>
    </dgm:pt>
    <dgm:pt modelId="{10514C32-040B-400B-9F0C-FEC9C170700D}" type="pres">
      <dgm:prSet presAssocID="{EF2332AF-BCCE-40DD-9993-498D2EB36CFA}" presName="FourNodes_1" presStyleLbl="node1" presStyleIdx="0" presStyleCnt="4">
        <dgm:presLayoutVars>
          <dgm:bulletEnabled val="1"/>
        </dgm:presLayoutVars>
      </dgm:prSet>
      <dgm:spPr/>
    </dgm:pt>
    <dgm:pt modelId="{88BD3104-CE78-43FD-B4AA-6EE668254B88}" type="pres">
      <dgm:prSet presAssocID="{EF2332AF-BCCE-40DD-9993-498D2EB36CFA}" presName="FourNodes_2" presStyleLbl="node1" presStyleIdx="1" presStyleCnt="4">
        <dgm:presLayoutVars>
          <dgm:bulletEnabled val="1"/>
        </dgm:presLayoutVars>
      </dgm:prSet>
      <dgm:spPr/>
    </dgm:pt>
    <dgm:pt modelId="{E62E9251-A011-4A12-988D-7EC27376C33C}" type="pres">
      <dgm:prSet presAssocID="{EF2332AF-BCCE-40DD-9993-498D2EB36CFA}" presName="FourNodes_3" presStyleLbl="node1" presStyleIdx="2" presStyleCnt="4">
        <dgm:presLayoutVars>
          <dgm:bulletEnabled val="1"/>
        </dgm:presLayoutVars>
      </dgm:prSet>
      <dgm:spPr/>
    </dgm:pt>
    <dgm:pt modelId="{293557FE-39C8-4829-AA71-6A0156161A93}" type="pres">
      <dgm:prSet presAssocID="{EF2332AF-BCCE-40DD-9993-498D2EB36CFA}" presName="FourNodes_4" presStyleLbl="node1" presStyleIdx="3" presStyleCnt="4">
        <dgm:presLayoutVars>
          <dgm:bulletEnabled val="1"/>
        </dgm:presLayoutVars>
      </dgm:prSet>
      <dgm:spPr/>
    </dgm:pt>
    <dgm:pt modelId="{38A1CE69-D77A-4DD5-B71E-69C68CFD5690}" type="pres">
      <dgm:prSet presAssocID="{EF2332AF-BCCE-40DD-9993-498D2EB36CFA}" presName="FourConn_1-2" presStyleLbl="fgAccFollowNode1" presStyleIdx="0" presStyleCnt="3">
        <dgm:presLayoutVars>
          <dgm:bulletEnabled val="1"/>
        </dgm:presLayoutVars>
      </dgm:prSet>
      <dgm:spPr/>
    </dgm:pt>
    <dgm:pt modelId="{9815E547-344B-4533-8CA5-988B5D293BD0}" type="pres">
      <dgm:prSet presAssocID="{EF2332AF-BCCE-40DD-9993-498D2EB36CFA}" presName="FourConn_2-3" presStyleLbl="fgAccFollowNode1" presStyleIdx="1" presStyleCnt="3">
        <dgm:presLayoutVars>
          <dgm:bulletEnabled val="1"/>
        </dgm:presLayoutVars>
      </dgm:prSet>
      <dgm:spPr/>
    </dgm:pt>
    <dgm:pt modelId="{6F80B7E8-F174-4714-8979-CAE2579B12F4}" type="pres">
      <dgm:prSet presAssocID="{EF2332AF-BCCE-40DD-9993-498D2EB36CFA}" presName="FourConn_3-4" presStyleLbl="fgAccFollowNode1" presStyleIdx="2" presStyleCnt="3">
        <dgm:presLayoutVars>
          <dgm:bulletEnabled val="1"/>
        </dgm:presLayoutVars>
      </dgm:prSet>
      <dgm:spPr/>
    </dgm:pt>
    <dgm:pt modelId="{7DB8F61E-96E9-469D-A038-1DE774C67873}" type="pres">
      <dgm:prSet presAssocID="{EF2332AF-BCCE-40DD-9993-498D2EB36CFA}" presName="FourNodes_1_text" presStyleLbl="node1" presStyleIdx="3" presStyleCnt="4">
        <dgm:presLayoutVars>
          <dgm:bulletEnabled val="1"/>
        </dgm:presLayoutVars>
      </dgm:prSet>
      <dgm:spPr/>
    </dgm:pt>
    <dgm:pt modelId="{4F0739AE-CD33-4843-9AC1-A5A7E834484D}" type="pres">
      <dgm:prSet presAssocID="{EF2332AF-BCCE-40DD-9993-498D2EB36CFA}" presName="FourNodes_2_text" presStyleLbl="node1" presStyleIdx="3" presStyleCnt="4">
        <dgm:presLayoutVars>
          <dgm:bulletEnabled val="1"/>
        </dgm:presLayoutVars>
      </dgm:prSet>
      <dgm:spPr/>
    </dgm:pt>
    <dgm:pt modelId="{E85E8A6C-0061-4FB5-88FD-3E48CEC2360C}" type="pres">
      <dgm:prSet presAssocID="{EF2332AF-BCCE-40DD-9993-498D2EB36CFA}" presName="FourNodes_3_text" presStyleLbl="node1" presStyleIdx="3" presStyleCnt="4">
        <dgm:presLayoutVars>
          <dgm:bulletEnabled val="1"/>
        </dgm:presLayoutVars>
      </dgm:prSet>
      <dgm:spPr/>
    </dgm:pt>
    <dgm:pt modelId="{902E5E5D-1D36-49EC-BD00-56C26C775320}" type="pres">
      <dgm:prSet presAssocID="{EF2332AF-BCCE-40DD-9993-498D2EB36CF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4EE7207-7CB7-4836-B9D9-7DE06321EB39}" type="presOf" srcId="{8DD8EE10-5860-49EA-B714-F24336DB6A54}" destId="{293557FE-39C8-4829-AA71-6A0156161A93}" srcOrd="0" destOrd="0" presId="urn:microsoft.com/office/officeart/2005/8/layout/vProcess5"/>
    <dgm:cxn modelId="{7096B41D-001A-4CBB-874F-086403D1026C}" type="presOf" srcId="{8DD8EE10-5860-49EA-B714-F24336DB6A54}" destId="{902E5E5D-1D36-49EC-BD00-56C26C775320}" srcOrd="1" destOrd="0" presId="urn:microsoft.com/office/officeart/2005/8/layout/vProcess5"/>
    <dgm:cxn modelId="{857EA626-D5D4-4244-BD85-F74256847C11}" srcId="{EF2332AF-BCCE-40DD-9993-498D2EB36CFA}" destId="{A9C29F76-637F-49B4-B06D-05E10E0483DF}" srcOrd="2" destOrd="0" parTransId="{5B0547FE-365D-4799-974A-42EA135662BB}" sibTransId="{4F5A7AC8-1363-4AA5-8DDE-DD9710B3D483}"/>
    <dgm:cxn modelId="{9F3AFF60-8AB4-4B3D-A755-56DCB7C1776F}" srcId="{EF2332AF-BCCE-40DD-9993-498D2EB36CFA}" destId="{47EF36E2-4FB7-4EFD-9174-374CDF9467E6}" srcOrd="1" destOrd="0" parTransId="{CE6EEC04-D4B8-4480-BE48-6B4F816AAE5E}" sibTransId="{CA19DB56-F440-418E-A99C-E47F68CF03DF}"/>
    <dgm:cxn modelId="{76D0486D-E5DC-4158-9316-61B81121099A}" type="presOf" srcId="{A9C29F76-637F-49B4-B06D-05E10E0483DF}" destId="{E62E9251-A011-4A12-988D-7EC27376C33C}" srcOrd="0" destOrd="0" presId="urn:microsoft.com/office/officeart/2005/8/layout/vProcess5"/>
    <dgm:cxn modelId="{15194552-D2B0-4DD9-AFF7-CBFDCCEA401C}" type="presOf" srcId="{103FFD99-D480-476D-AF6F-986162527DDB}" destId="{7DB8F61E-96E9-469D-A038-1DE774C67873}" srcOrd="1" destOrd="0" presId="urn:microsoft.com/office/officeart/2005/8/layout/vProcess5"/>
    <dgm:cxn modelId="{6C6C4182-A5B3-4F5D-ABD2-4BC144E8A945}" type="presOf" srcId="{47EF36E2-4FB7-4EFD-9174-374CDF9467E6}" destId="{88BD3104-CE78-43FD-B4AA-6EE668254B88}" srcOrd="0" destOrd="0" presId="urn:microsoft.com/office/officeart/2005/8/layout/vProcess5"/>
    <dgm:cxn modelId="{22DF2087-5DFA-42D5-B049-E3E238566357}" type="presOf" srcId="{A9C29F76-637F-49B4-B06D-05E10E0483DF}" destId="{E85E8A6C-0061-4FB5-88FD-3E48CEC2360C}" srcOrd="1" destOrd="0" presId="urn:microsoft.com/office/officeart/2005/8/layout/vProcess5"/>
    <dgm:cxn modelId="{7001C187-A50F-4F44-A3E9-799ECA23E02F}" type="presOf" srcId="{4F5A7AC8-1363-4AA5-8DDE-DD9710B3D483}" destId="{6F80B7E8-F174-4714-8979-CAE2579B12F4}" srcOrd="0" destOrd="0" presId="urn:microsoft.com/office/officeart/2005/8/layout/vProcess5"/>
    <dgm:cxn modelId="{0B927988-6BDB-4AA5-9FC8-47B134F6B483}" type="presOf" srcId="{EF2332AF-BCCE-40DD-9993-498D2EB36CFA}" destId="{58FF0403-E216-4CE7-8AD7-51F95034C4F6}" srcOrd="0" destOrd="0" presId="urn:microsoft.com/office/officeart/2005/8/layout/vProcess5"/>
    <dgm:cxn modelId="{B20A7590-F800-492A-B2E2-14B89EDF892D}" type="presOf" srcId="{103FFD99-D480-476D-AF6F-986162527DDB}" destId="{10514C32-040B-400B-9F0C-FEC9C170700D}" srcOrd="0" destOrd="0" presId="urn:microsoft.com/office/officeart/2005/8/layout/vProcess5"/>
    <dgm:cxn modelId="{05D534A9-A2CF-4C42-A8EE-0CA9C6B0CE96}" srcId="{EF2332AF-BCCE-40DD-9993-498D2EB36CFA}" destId="{103FFD99-D480-476D-AF6F-986162527DDB}" srcOrd="0" destOrd="0" parTransId="{B8488E75-EDF3-47A3-9550-07826AEA05BA}" sibTransId="{FE645462-9F52-4B7A-A960-6A5BB00FF4B6}"/>
    <dgm:cxn modelId="{184B69C6-93E2-43A4-8346-B8429E6D52D7}" srcId="{EF2332AF-BCCE-40DD-9993-498D2EB36CFA}" destId="{8DD8EE10-5860-49EA-B714-F24336DB6A54}" srcOrd="3" destOrd="0" parTransId="{11597F92-C7A7-4DE1-8FD7-128A1B33DB81}" sibTransId="{E0D3E9D9-EB44-4AB1-9519-2DCCFA89B67A}"/>
    <dgm:cxn modelId="{A62E7CD4-1669-49F6-B138-C5B92071283C}" type="presOf" srcId="{FE645462-9F52-4B7A-A960-6A5BB00FF4B6}" destId="{38A1CE69-D77A-4DD5-B71E-69C68CFD5690}" srcOrd="0" destOrd="0" presId="urn:microsoft.com/office/officeart/2005/8/layout/vProcess5"/>
    <dgm:cxn modelId="{1B86F7F6-2B44-4468-ABFE-68183CFD683C}" type="presOf" srcId="{47EF36E2-4FB7-4EFD-9174-374CDF9467E6}" destId="{4F0739AE-CD33-4843-9AC1-A5A7E834484D}" srcOrd="1" destOrd="0" presId="urn:microsoft.com/office/officeart/2005/8/layout/vProcess5"/>
    <dgm:cxn modelId="{14B9EEFB-031F-4B5E-9588-C85F81588B52}" type="presOf" srcId="{CA19DB56-F440-418E-A99C-E47F68CF03DF}" destId="{9815E547-344B-4533-8CA5-988B5D293BD0}" srcOrd="0" destOrd="0" presId="urn:microsoft.com/office/officeart/2005/8/layout/vProcess5"/>
    <dgm:cxn modelId="{CE45831F-C060-471D-B375-7EE256CC1826}" type="presParOf" srcId="{58FF0403-E216-4CE7-8AD7-51F95034C4F6}" destId="{B81707C0-2CEA-4DD9-A5B2-E03E6F34654D}" srcOrd="0" destOrd="0" presId="urn:microsoft.com/office/officeart/2005/8/layout/vProcess5"/>
    <dgm:cxn modelId="{341B900D-B700-4EF0-9BC5-D8296473FA6B}" type="presParOf" srcId="{58FF0403-E216-4CE7-8AD7-51F95034C4F6}" destId="{10514C32-040B-400B-9F0C-FEC9C170700D}" srcOrd="1" destOrd="0" presId="urn:microsoft.com/office/officeart/2005/8/layout/vProcess5"/>
    <dgm:cxn modelId="{A4B81B9E-0E9D-4BD0-AEDF-4C4A635E3026}" type="presParOf" srcId="{58FF0403-E216-4CE7-8AD7-51F95034C4F6}" destId="{88BD3104-CE78-43FD-B4AA-6EE668254B88}" srcOrd="2" destOrd="0" presId="urn:microsoft.com/office/officeart/2005/8/layout/vProcess5"/>
    <dgm:cxn modelId="{09357210-8784-4F99-88F0-3B4FA716C8A4}" type="presParOf" srcId="{58FF0403-E216-4CE7-8AD7-51F95034C4F6}" destId="{E62E9251-A011-4A12-988D-7EC27376C33C}" srcOrd="3" destOrd="0" presId="urn:microsoft.com/office/officeart/2005/8/layout/vProcess5"/>
    <dgm:cxn modelId="{C03D41A2-041D-47A2-932B-1D4F3589AA9F}" type="presParOf" srcId="{58FF0403-E216-4CE7-8AD7-51F95034C4F6}" destId="{293557FE-39C8-4829-AA71-6A0156161A93}" srcOrd="4" destOrd="0" presId="urn:microsoft.com/office/officeart/2005/8/layout/vProcess5"/>
    <dgm:cxn modelId="{43F09BFC-BFC0-4532-9991-572335C1E9AC}" type="presParOf" srcId="{58FF0403-E216-4CE7-8AD7-51F95034C4F6}" destId="{38A1CE69-D77A-4DD5-B71E-69C68CFD5690}" srcOrd="5" destOrd="0" presId="urn:microsoft.com/office/officeart/2005/8/layout/vProcess5"/>
    <dgm:cxn modelId="{FD334B21-88ED-40DC-BDD1-3933570E29BD}" type="presParOf" srcId="{58FF0403-E216-4CE7-8AD7-51F95034C4F6}" destId="{9815E547-344B-4533-8CA5-988B5D293BD0}" srcOrd="6" destOrd="0" presId="urn:microsoft.com/office/officeart/2005/8/layout/vProcess5"/>
    <dgm:cxn modelId="{757F3FFE-8AB9-49F6-966F-22FFBEF430BE}" type="presParOf" srcId="{58FF0403-E216-4CE7-8AD7-51F95034C4F6}" destId="{6F80B7E8-F174-4714-8979-CAE2579B12F4}" srcOrd="7" destOrd="0" presId="urn:microsoft.com/office/officeart/2005/8/layout/vProcess5"/>
    <dgm:cxn modelId="{EDE163FA-E6FE-4650-B46E-68582DC45B47}" type="presParOf" srcId="{58FF0403-E216-4CE7-8AD7-51F95034C4F6}" destId="{7DB8F61E-96E9-469D-A038-1DE774C67873}" srcOrd="8" destOrd="0" presId="urn:microsoft.com/office/officeart/2005/8/layout/vProcess5"/>
    <dgm:cxn modelId="{EC5241AD-4861-4203-B64F-8D85B1D16247}" type="presParOf" srcId="{58FF0403-E216-4CE7-8AD7-51F95034C4F6}" destId="{4F0739AE-CD33-4843-9AC1-A5A7E834484D}" srcOrd="9" destOrd="0" presId="urn:microsoft.com/office/officeart/2005/8/layout/vProcess5"/>
    <dgm:cxn modelId="{FDACE47E-A95D-4CFE-B542-885EF862045D}" type="presParOf" srcId="{58FF0403-E216-4CE7-8AD7-51F95034C4F6}" destId="{E85E8A6C-0061-4FB5-88FD-3E48CEC2360C}" srcOrd="10" destOrd="0" presId="urn:microsoft.com/office/officeart/2005/8/layout/vProcess5"/>
    <dgm:cxn modelId="{E52E78F5-05DC-4C34-9F4B-925B1228890D}" type="presParOf" srcId="{58FF0403-E216-4CE7-8AD7-51F95034C4F6}" destId="{902E5E5D-1D36-49EC-BD00-56C26C7753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2332AF-BCCE-40DD-9993-498D2EB36CFA}" type="doc">
      <dgm:prSet loTypeId="urn:microsoft.com/office/officeart/2005/8/layout/vProcess5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03FFD99-D480-476D-AF6F-986162527DDB}">
      <dgm:prSet/>
      <dgm:spPr/>
      <dgm:t>
        <a:bodyPr/>
        <a:lstStyle/>
        <a:p>
          <a:r>
            <a:rPr lang="en-US"/>
            <a:t>Data Collection: Post &amp; Survey</a:t>
          </a:r>
        </a:p>
      </dgm:t>
    </dgm:pt>
    <dgm:pt modelId="{B8488E75-EDF3-47A3-9550-07826AEA05BA}" type="parTrans" cxnId="{05D534A9-A2CF-4C42-A8EE-0CA9C6B0CE96}">
      <dgm:prSet/>
      <dgm:spPr/>
      <dgm:t>
        <a:bodyPr/>
        <a:lstStyle/>
        <a:p>
          <a:endParaRPr lang="en-US"/>
        </a:p>
      </dgm:t>
    </dgm:pt>
    <dgm:pt modelId="{FE645462-9F52-4B7A-A960-6A5BB00FF4B6}" type="sibTrans" cxnId="{05D534A9-A2CF-4C42-A8EE-0CA9C6B0CE96}">
      <dgm:prSet/>
      <dgm:spPr/>
      <dgm:t>
        <a:bodyPr/>
        <a:lstStyle/>
        <a:p>
          <a:endParaRPr lang="en-US"/>
        </a:p>
      </dgm:t>
    </dgm:pt>
    <dgm:pt modelId="{47EF36E2-4FB7-4EFD-9174-374CDF9467E6}">
      <dgm:prSet/>
      <dgm:spPr/>
      <dgm:t>
        <a:bodyPr/>
        <a:lstStyle/>
        <a:p>
          <a:r>
            <a:rPr lang="en-US"/>
            <a:t>Data Process</a:t>
          </a:r>
        </a:p>
      </dgm:t>
    </dgm:pt>
    <dgm:pt modelId="{CE6EEC04-D4B8-4480-BE48-6B4F816AAE5E}" type="parTrans" cxnId="{9F3AFF60-8AB4-4B3D-A755-56DCB7C1776F}">
      <dgm:prSet/>
      <dgm:spPr/>
      <dgm:t>
        <a:bodyPr/>
        <a:lstStyle/>
        <a:p>
          <a:endParaRPr lang="en-US"/>
        </a:p>
      </dgm:t>
    </dgm:pt>
    <dgm:pt modelId="{CA19DB56-F440-418E-A99C-E47F68CF03DF}" type="sibTrans" cxnId="{9F3AFF60-8AB4-4B3D-A755-56DCB7C1776F}">
      <dgm:prSet/>
      <dgm:spPr/>
      <dgm:t>
        <a:bodyPr/>
        <a:lstStyle/>
        <a:p>
          <a:endParaRPr lang="en-US"/>
        </a:p>
      </dgm:t>
    </dgm:pt>
    <dgm:pt modelId="{A9C29F76-637F-49B4-B06D-05E10E0483DF}">
      <dgm:prSet/>
      <dgm:spPr/>
      <dgm:t>
        <a:bodyPr/>
        <a:lstStyle/>
        <a:p>
          <a:r>
            <a:rPr lang="en-US" dirty="0"/>
            <a:t>Quantitative Analysis</a:t>
          </a:r>
        </a:p>
      </dgm:t>
    </dgm:pt>
    <dgm:pt modelId="{5B0547FE-365D-4799-974A-42EA135662BB}" type="parTrans" cxnId="{857EA626-D5D4-4244-BD85-F74256847C11}">
      <dgm:prSet/>
      <dgm:spPr/>
      <dgm:t>
        <a:bodyPr/>
        <a:lstStyle/>
        <a:p>
          <a:endParaRPr lang="en-US"/>
        </a:p>
      </dgm:t>
    </dgm:pt>
    <dgm:pt modelId="{4F5A7AC8-1363-4AA5-8DDE-DD9710B3D483}" type="sibTrans" cxnId="{857EA626-D5D4-4244-BD85-F74256847C11}">
      <dgm:prSet/>
      <dgm:spPr/>
      <dgm:t>
        <a:bodyPr/>
        <a:lstStyle/>
        <a:p>
          <a:endParaRPr lang="en-US"/>
        </a:p>
      </dgm:t>
    </dgm:pt>
    <dgm:pt modelId="{8DD8EE10-5860-49EA-B714-F24336DB6A54}">
      <dgm:prSet/>
      <dgm:spPr/>
      <dgm:t>
        <a:bodyPr/>
        <a:lstStyle/>
        <a:p>
          <a:r>
            <a:rPr lang="en-US"/>
            <a:t>Integration</a:t>
          </a:r>
        </a:p>
      </dgm:t>
    </dgm:pt>
    <dgm:pt modelId="{11597F92-C7A7-4DE1-8FD7-128A1B33DB81}" type="parTrans" cxnId="{184B69C6-93E2-43A4-8346-B8429E6D52D7}">
      <dgm:prSet/>
      <dgm:spPr/>
      <dgm:t>
        <a:bodyPr/>
        <a:lstStyle/>
        <a:p>
          <a:endParaRPr lang="en-US"/>
        </a:p>
      </dgm:t>
    </dgm:pt>
    <dgm:pt modelId="{E0D3E9D9-EB44-4AB1-9519-2DCCFA89B67A}" type="sibTrans" cxnId="{184B69C6-93E2-43A4-8346-B8429E6D52D7}">
      <dgm:prSet/>
      <dgm:spPr/>
      <dgm:t>
        <a:bodyPr/>
        <a:lstStyle/>
        <a:p>
          <a:endParaRPr lang="en-US"/>
        </a:p>
      </dgm:t>
    </dgm:pt>
    <dgm:pt modelId="{58FF0403-E216-4CE7-8AD7-51F95034C4F6}" type="pres">
      <dgm:prSet presAssocID="{EF2332AF-BCCE-40DD-9993-498D2EB36CFA}" presName="outerComposite" presStyleCnt="0">
        <dgm:presLayoutVars>
          <dgm:chMax val="5"/>
          <dgm:dir/>
          <dgm:resizeHandles val="exact"/>
        </dgm:presLayoutVars>
      </dgm:prSet>
      <dgm:spPr/>
    </dgm:pt>
    <dgm:pt modelId="{B81707C0-2CEA-4DD9-A5B2-E03E6F34654D}" type="pres">
      <dgm:prSet presAssocID="{EF2332AF-BCCE-40DD-9993-498D2EB36CFA}" presName="dummyMaxCanvas" presStyleCnt="0">
        <dgm:presLayoutVars/>
      </dgm:prSet>
      <dgm:spPr/>
    </dgm:pt>
    <dgm:pt modelId="{10514C32-040B-400B-9F0C-FEC9C170700D}" type="pres">
      <dgm:prSet presAssocID="{EF2332AF-BCCE-40DD-9993-498D2EB36CFA}" presName="FourNodes_1" presStyleLbl="node1" presStyleIdx="0" presStyleCnt="4">
        <dgm:presLayoutVars>
          <dgm:bulletEnabled val="1"/>
        </dgm:presLayoutVars>
      </dgm:prSet>
      <dgm:spPr/>
    </dgm:pt>
    <dgm:pt modelId="{88BD3104-CE78-43FD-B4AA-6EE668254B88}" type="pres">
      <dgm:prSet presAssocID="{EF2332AF-BCCE-40DD-9993-498D2EB36CFA}" presName="FourNodes_2" presStyleLbl="node1" presStyleIdx="1" presStyleCnt="4">
        <dgm:presLayoutVars>
          <dgm:bulletEnabled val="1"/>
        </dgm:presLayoutVars>
      </dgm:prSet>
      <dgm:spPr/>
    </dgm:pt>
    <dgm:pt modelId="{E62E9251-A011-4A12-988D-7EC27376C33C}" type="pres">
      <dgm:prSet presAssocID="{EF2332AF-BCCE-40DD-9993-498D2EB36CFA}" presName="FourNodes_3" presStyleLbl="node1" presStyleIdx="2" presStyleCnt="4">
        <dgm:presLayoutVars>
          <dgm:bulletEnabled val="1"/>
        </dgm:presLayoutVars>
      </dgm:prSet>
      <dgm:spPr/>
    </dgm:pt>
    <dgm:pt modelId="{293557FE-39C8-4829-AA71-6A0156161A93}" type="pres">
      <dgm:prSet presAssocID="{EF2332AF-BCCE-40DD-9993-498D2EB36CFA}" presName="FourNodes_4" presStyleLbl="node1" presStyleIdx="3" presStyleCnt="4">
        <dgm:presLayoutVars>
          <dgm:bulletEnabled val="1"/>
        </dgm:presLayoutVars>
      </dgm:prSet>
      <dgm:spPr/>
    </dgm:pt>
    <dgm:pt modelId="{38A1CE69-D77A-4DD5-B71E-69C68CFD5690}" type="pres">
      <dgm:prSet presAssocID="{EF2332AF-BCCE-40DD-9993-498D2EB36CFA}" presName="FourConn_1-2" presStyleLbl="fgAccFollowNode1" presStyleIdx="0" presStyleCnt="3">
        <dgm:presLayoutVars>
          <dgm:bulletEnabled val="1"/>
        </dgm:presLayoutVars>
      </dgm:prSet>
      <dgm:spPr/>
    </dgm:pt>
    <dgm:pt modelId="{9815E547-344B-4533-8CA5-988B5D293BD0}" type="pres">
      <dgm:prSet presAssocID="{EF2332AF-BCCE-40DD-9993-498D2EB36CFA}" presName="FourConn_2-3" presStyleLbl="fgAccFollowNode1" presStyleIdx="1" presStyleCnt="3">
        <dgm:presLayoutVars>
          <dgm:bulletEnabled val="1"/>
        </dgm:presLayoutVars>
      </dgm:prSet>
      <dgm:spPr/>
    </dgm:pt>
    <dgm:pt modelId="{6F80B7E8-F174-4714-8979-CAE2579B12F4}" type="pres">
      <dgm:prSet presAssocID="{EF2332AF-BCCE-40DD-9993-498D2EB36CFA}" presName="FourConn_3-4" presStyleLbl="fgAccFollowNode1" presStyleIdx="2" presStyleCnt="3">
        <dgm:presLayoutVars>
          <dgm:bulletEnabled val="1"/>
        </dgm:presLayoutVars>
      </dgm:prSet>
      <dgm:spPr/>
    </dgm:pt>
    <dgm:pt modelId="{7DB8F61E-96E9-469D-A038-1DE774C67873}" type="pres">
      <dgm:prSet presAssocID="{EF2332AF-BCCE-40DD-9993-498D2EB36CFA}" presName="FourNodes_1_text" presStyleLbl="node1" presStyleIdx="3" presStyleCnt="4">
        <dgm:presLayoutVars>
          <dgm:bulletEnabled val="1"/>
        </dgm:presLayoutVars>
      </dgm:prSet>
      <dgm:spPr/>
    </dgm:pt>
    <dgm:pt modelId="{4F0739AE-CD33-4843-9AC1-A5A7E834484D}" type="pres">
      <dgm:prSet presAssocID="{EF2332AF-BCCE-40DD-9993-498D2EB36CFA}" presName="FourNodes_2_text" presStyleLbl="node1" presStyleIdx="3" presStyleCnt="4">
        <dgm:presLayoutVars>
          <dgm:bulletEnabled val="1"/>
        </dgm:presLayoutVars>
      </dgm:prSet>
      <dgm:spPr/>
    </dgm:pt>
    <dgm:pt modelId="{E85E8A6C-0061-4FB5-88FD-3E48CEC2360C}" type="pres">
      <dgm:prSet presAssocID="{EF2332AF-BCCE-40DD-9993-498D2EB36CFA}" presName="FourNodes_3_text" presStyleLbl="node1" presStyleIdx="3" presStyleCnt="4">
        <dgm:presLayoutVars>
          <dgm:bulletEnabled val="1"/>
        </dgm:presLayoutVars>
      </dgm:prSet>
      <dgm:spPr/>
    </dgm:pt>
    <dgm:pt modelId="{902E5E5D-1D36-49EC-BD00-56C26C775320}" type="pres">
      <dgm:prSet presAssocID="{EF2332AF-BCCE-40DD-9993-498D2EB36CF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4EE7207-7CB7-4836-B9D9-7DE06321EB39}" type="presOf" srcId="{8DD8EE10-5860-49EA-B714-F24336DB6A54}" destId="{293557FE-39C8-4829-AA71-6A0156161A93}" srcOrd="0" destOrd="0" presId="urn:microsoft.com/office/officeart/2005/8/layout/vProcess5"/>
    <dgm:cxn modelId="{7096B41D-001A-4CBB-874F-086403D1026C}" type="presOf" srcId="{8DD8EE10-5860-49EA-B714-F24336DB6A54}" destId="{902E5E5D-1D36-49EC-BD00-56C26C775320}" srcOrd="1" destOrd="0" presId="urn:microsoft.com/office/officeart/2005/8/layout/vProcess5"/>
    <dgm:cxn modelId="{857EA626-D5D4-4244-BD85-F74256847C11}" srcId="{EF2332AF-BCCE-40DD-9993-498D2EB36CFA}" destId="{A9C29F76-637F-49B4-B06D-05E10E0483DF}" srcOrd="2" destOrd="0" parTransId="{5B0547FE-365D-4799-974A-42EA135662BB}" sibTransId="{4F5A7AC8-1363-4AA5-8DDE-DD9710B3D483}"/>
    <dgm:cxn modelId="{9F3AFF60-8AB4-4B3D-A755-56DCB7C1776F}" srcId="{EF2332AF-BCCE-40DD-9993-498D2EB36CFA}" destId="{47EF36E2-4FB7-4EFD-9174-374CDF9467E6}" srcOrd="1" destOrd="0" parTransId="{CE6EEC04-D4B8-4480-BE48-6B4F816AAE5E}" sibTransId="{CA19DB56-F440-418E-A99C-E47F68CF03DF}"/>
    <dgm:cxn modelId="{76D0486D-E5DC-4158-9316-61B81121099A}" type="presOf" srcId="{A9C29F76-637F-49B4-B06D-05E10E0483DF}" destId="{E62E9251-A011-4A12-988D-7EC27376C33C}" srcOrd="0" destOrd="0" presId="urn:microsoft.com/office/officeart/2005/8/layout/vProcess5"/>
    <dgm:cxn modelId="{15194552-D2B0-4DD9-AFF7-CBFDCCEA401C}" type="presOf" srcId="{103FFD99-D480-476D-AF6F-986162527DDB}" destId="{7DB8F61E-96E9-469D-A038-1DE774C67873}" srcOrd="1" destOrd="0" presId="urn:microsoft.com/office/officeart/2005/8/layout/vProcess5"/>
    <dgm:cxn modelId="{6C6C4182-A5B3-4F5D-ABD2-4BC144E8A945}" type="presOf" srcId="{47EF36E2-4FB7-4EFD-9174-374CDF9467E6}" destId="{88BD3104-CE78-43FD-B4AA-6EE668254B88}" srcOrd="0" destOrd="0" presId="urn:microsoft.com/office/officeart/2005/8/layout/vProcess5"/>
    <dgm:cxn modelId="{22DF2087-5DFA-42D5-B049-E3E238566357}" type="presOf" srcId="{A9C29F76-637F-49B4-B06D-05E10E0483DF}" destId="{E85E8A6C-0061-4FB5-88FD-3E48CEC2360C}" srcOrd="1" destOrd="0" presId="urn:microsoft.com/office/officeart/2005/8/layout/vProcess5"/>
    <dgm:cxn modelId="{7001C187-A50F-4F44-A3E9-799ECA23E02F}" type="presOf" srcId="{4F5A7AC8-1363-4AA5-8DDE-DD9710B3D483}" destId="{6F80B7E8-F174-4714-8979-CAE2579B12F4}" srcOrd="0" destOrd="0" presId="urn:microsoft.com/office/officeart/2005/8/layout/vProcess5"/>
    <dgm:cxn modelId="{0B927988-6BDB-4AA5-9FC8-47B134F6B483}" type="presOf" srcId="{EF2332AF-BCCE-40DD-9993-498D2EB36CFA}" destId="{58FF0403-E216-4CE7-8AD7-51F95034C4F6}" srcOrd="0" destOrd="0" presId="urn:microsoft.com/office/officeart/2005/8/layout/vProcess5"/>
    <dgm:cxn modelId="{B20A7590-F800-492A-B2E2-14B89EDF892D}" type="presOf" srcId="{103FFD99-D480-476D-AF6F-986162527DDB}" destId="{10514C32-040B-400B-9F0C-FEC9C170700D}" srcOrd="0" destOrd="0" presId="urn:microsoft.com/office/officeart/2005/8/layout/vProcess5"/>
    <dgm:cxn modelId="{05D534A9-A2CF-4C42-A8EE-0CA9C6B0CE96}" srcId="{EF2332AF-BCCE-40DD-9993-498D2EB36CFA}" destId="{103FFD99-D480-476D-AF6F-986162527DDB}" srcOrd="0" destOrd="0" parTransId="{B8488E75-EDF3-47A3-9550-07826AEA05BA}" sibTransId="{FE645462-9F52-4B7A-A960-6A5BB00FF4B6}"/>
    <dgm:cxn modelId="{184B69C6-93E2-43A4-8346-B8429E6D52D7}" srcId="{EF2332AF-BCCE-40DD-9993-498D2EB36CFA}" destId="{8DD8EE10-5860-49EA-B714-F24336DB6A54}" srcOrd="3" destOrd="0" parTransId="{11597F92-C7A7-4DE1-8FD7-128A1B33DB81}" sibTransId="{E0D3E9D9-EB44-4AB1-9519-2DCCFA89B67A}"/>
    <dgm:cxn modelId="{A62E7CD4-1669-49F6-B138-C5B92071283C}" type="presOf" srcId="{FE645462-9F52-4B7A-A960-6A5BB00FF4B6}" destId="{38A1CE69-D77A-4DD5-B71E-69C68CFD5690}" srcOrd="0" destOrd="0" presId="urn:microsoft.com/office/officeart/2005/8/layout/vProcess5"/>
    <dgm:cxn modelId="{1B86F7F6-2B44-4468-ABFE-68183CFD683C}" type="presOf" srcId="{47EF36E2-4FB7-4EFD-9174-374CDF9467E6}" destId="{4F0739AE-CD33-4843-9AC1-A5A7E834484D}" srcOrd="1" destOrd="0" presId="urn:microsoft.com/office/officeart/2005/8/layout/vProcess5"/>
    <dgm:cxn modelId="{14B9EEFB-031F-4B5E-9588-C85F81588B52}" type="presOf" srcId="{CA19DB56-F440-418E-A99C-E47F68CF03DF}" destId="{9815E547-344B-4533-8CA5-988B5D293BD0}" srcOrd="0" destOrd="0" presId="urn:microsoft.com/office/officeart/2005/8/layout/vProcess5"/>
    <dgm:cxn modelId="{CE45831F-C060-471D-B375-7EE256CC1826}" type="presParOf" srcId="{58FF0403-E216-4CE7-8AD7-51F95034C4F6}" destId="{B81707C0-2CEA-4DD9-A5B2-E03E6F34654D}" srcOrd="0" destOrd="0" presId="urn:microsoft.com/office/officeart/2005/8/layout/vProcess5"/>
    <dgm:cxn modelId="{341B900D-B700-4EF0-9BC5-D8296473FA6B}" type="presParOf" srcId="{58FF0403-E216-4CE7-8AD7-51F95034C4F6}" destId="{10514C32-040B-400B-9F0C-FEC9C170700D}" srcOrd="1" destOrd="0" presId="urn:microsoft.com/office/officeart/2005/8/layout/vProcess5"/>
    <dgm:cxn modelId="{A4B81B9E-0E9D-4BD0-AEDF-4C4A635E3026}" type="presParOf" srcId="{58FF0403-E216-4CE7-8AD7-51F95034C4F6}" destId="{88BD3104-CE78-43FD-B4AA-6EE668254B88}" srcOrd="2" destOrd="0" presId="urn:microsoft.com/office/officeart/2005/8/layout/vProcess5"/>
    <dgm:cxn modelId="{09357210-8784-4F99-88F0-3B4FA716C8A4}" type="presParOf" srcId="{58FF0403-E216-4CE7-8AD7-51F95034C4F6}" destId="{E62E9251-A011-4A12-988D-7EC27376C33C}" srcOrd="3" destOrd="0" presId="urn:microsoft.com/office/officeart/2005/8/layout/vProcess5"/>
    <dgm:cxn modelId="{C03D41A2-041D-47A2-932B-1D4F3589AA9F}" type="presParOf" srcId="{58FF0403-E216-4CE7-8AD7-51F95034C4F6}" destId="{293557FE-39C8-4829-AA71-6A0156161A93}" srcOrd="4" destOrd="0" presId="urn:microsoft.com/office/officeart/2005/8/layout/vProcess5"/>
    <dgm:cxn modelId="{43F09BFC-BFC0-4532-9991-572335C1E9AC}" type="presParOf" srcId="{58FF0403-E216-4CE7-8AD7-51F95034C4F6}" destId="{38A1CE69-D77A-4DD5-B71E-69C68CFD5690}" srcOrd="5" destOrd="0" presId="urn:microsoft.com/office/officeart/2005/8/layout/vProcess5"/>
    <dgm:cxn modelId="{FD334B21-88ED-40DC-BDD1-3933570E29BD}" type="presParOf" srcId="{58FF0403-E216-4CE7-8AD7-51F95034C4F6}" destId="{9815E547-344B-4533-8CA5-988B5D293BD0}" srcOrd="6" destOrd="0" presId="urn:microsoft.com/office/officeart/2005/8/layout/vProcess5"/>
    <dgm:cxn modelId="{757F3FFE-8AB9-49F6-966F-22FFBEF430BE}" type="presParOf" srcId="{58FF0403-E216-4CE7-8AD7-51F95034C4F6}" destId="{6F80B7E8-F174-4714-8979-CAE2579B12F4}" srcOrd="7" destOrd="0" presId="urn:microsoft.com/office/officeart/2005/8/layout/vProcess5"/>
    <dgm:cxn modelId="{EDE163FA-E6FE-4650-B46E-68582DC45B47}" type="presParOf" srcId="{58FF0403-E216-4CE7-8AD7-51F95034C4F6}" destId="{7DB8F61E-96E9-469D-A038-1DE774C67873}" srcOrd="8" destOrd="0" presId="urn:microsoft.com/office/officeart/2005/8/layout/vProcess5"/>
    <dgm:cxn modelId="{EC5241AD-4861-4203-B64F-8D85B1D16247}" type="presParOf" srcId="{58FF0403-E216-4CE7-8AD7-51F95034C4F6}" destId="{4F0739AE-CD33-4843-9AC1-A5A7E834484D}" srcOrd="9" destOrd="0" presId="urn:microsoft.com/office/officeart/2005/8/layout/vProcess5"/>
    <dgm:cxn modelId="{FDACE47E-A95D-4CFE-B542-885EF862045D}" type="presParOf" srcId="{58FF0403-E216-4CE7-8AD7-51F95034C4F6}" destId="{E85E8A6C-0061-4FB5-88FD-3E48CEC2360C}" srcOrd="10" destOrd="0" presId="urn:microsoft.com/office/officeart/2005/8/layout/vProcess5"/>
    <dgm:cxn modelId="{E52E78F5-05DC-4C34-9F4B-925B1228890D}" type="presParOf" srcId="{58FF0403-E216-4CE7-8AD7-51F95034C4F6}" destId="{902E5E5D-1D36-49EC-BD00-56C26C7753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F2332AF-BCCE-40DD-9993-498D2EB36CFA}" type="doc">
      <dgm:prSet loTypeId="urn:microsoft.com/office/officeart/2005/8/layout/vProcess5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03FFD99-D480-476D-AF6F-986162527DDB}">
      <dgm:prSet/>
      <dgm:spPr/>
      <dgm:t>
        <a:bodyPr/>
        <a:lstStyle/>
        <a:p>
          <a:r>
            <a:rPr lang="en-US"/>
            <a:t>Data Collection: Post &amp; Survey</a:t>
          </a:r>
        </a:p>
      </dgm:t>
    </dgm:pt>
    <dgm:pt modelId="{B8488E75-EDF3-47A3-9550-07826AEA05BA}" type="parTrans" cxnId="{05D534A9-A2CF-4C42-A8EE-0CA9C6B0CE96}">
      <dgm:prSet/>
      <dgm:spPr/>
      <dgm:t>
        <a:bodyPr/>
        <a:lstStyle/>
        <a:p>
          <a:endParaRPr lang="en-US"/>
        </a:p>
      </dgm:t>
    </dgm:pt>
    <dgm:pt modelId="{FE645462-9F52-4B7A-A960-6A5BB00FF4B6}" type="sibTrans" cxnId="{05D534A9-A2CF-4C42-A8EE-0CA9C6B0CE96}">
      <dgm:prSet/>
      <dgm:spPr/>
      <dgm:t>
        <a:bodyPr/>
        <a:lstStyle/>
        <a:p>
          <a:endParaRPr lang="en-US"/>
        </a:p>
      </dgm:t>
    </dgm:pt>
    <dgm:pt modelId="{47EF36E2-4FB7-4EFD-9174-374CDF9467E6}">
      <dgm:prSet/>
      <dgm:spPr/>
      <dgm:t>
        <a:bodyPr/>
        <a:lstStyle/>
        <a:p>
          <a:r>
            <a:rPr lang="en-US"/>
            <a:t>Data Process</a:t>
          </a:r>
        </a:p>
      </dgm:t>
    </dgm:pt>
    <dgm:pt modelId="{CE6EEC04-D4B8-4480-BE48-6B4F816AAE5E}" type="parTrans" cxnId="{9F3AFF60-8AB4-4B3D-A755-56DCB7C1776F}">
      <dgm:prSet/>
      <dgm:spPr/>
      <dgm:t>
        <a:bodyPr/>
        <a:lstStyle/>
        <a:p>
          <a:endParaRPr lang="en-US"/>
        </a:p>
      </dgm:t>
    </dgm:pt>
    <dgm:pt modelId="{CA19DB56-F440-418E-A99C-E47F68CF03DF}" type="sibTrans" cxnId="{9F3AFF60-8AB4-4B3D-A755-56DCB7C1776F}">
      <dgm:prSet/>
      <dgm:spPr/>
      <dgm:t>
        <a:bodyPr/>
        <a:lstStyle/>
        <a:p>
          <a:endParaRPr lang="en-US"/>
        </a:p>
      </dgm:t>
    </dgm:pt>
    <dgm:pt modelId="{A9C29F76-637F-49B4-B06D-05E10E0483DF}">
      <dgm:prSet/>
      <dgm:spPr/>
      <dgm:t>
        <a:bodyPr/>
        <a:lstStyle/>
        <a:p>
          <a:r>
            <a:rPr lang="en-US" dirty="0"/>
            <a:t>Quantitative Analysis</a:t>
          </a:r>
        </a:p>
      </dgm:t>
    </dgm:pt>
    <dgm:pt modelId="{5B0547FE-365D-4799-974A-42EA135662BB}" type="parTrans" cxnId="{857EA626-D5D4-4244-BD85-F74256847C11}">
      <dgm:prSet/>
      <dgm:spPr/>
      <dgm:t>
        <a:bodyPr/>
        <a:lstStyle/>
        <a:p>
          <a:endParaRPr lang="en-US"/>
        </a:p>
      </dgm:t>
    </dgm:pt>
    <dgm:pt modelId="{4F5A7AC8-1363-4AA5-8DDE-DD9710B3D483}" type="sibTrans" cxnId="{857EA626-D5D4-4244-BD85-F74256847C11}">
      <dgm:prSet/>
      <dgm:spPr/>
      <dgm:t>
        <a:bodyPr/>
        <a:lstStyle/>
        <a:p>
          <a:endParaRPr lang="en-US"/>
        </a:p>
      </dgm:t>
    </dgm:pt>
    <dgm:pt modelId="{8DD8EE10-5860-49EA-B714-F24336DB6A54}">
      <dgm:prSet/>
      <dgm:spPr/>
      <dgm:t>
        <a:bodyPr/>
        <a:lstStyle/>
        <a:p>
          <a:r>
            <a:rPr lang="en-US"/>
            <a:t>Integration</a:t>
          </a:r>
        </a:p>
      </dgm:t>
    </dgm:pt>
    <dgm:pt modelId="{11597F92-C7A7-4DE1-8FD7-128A1B33DB81}" type="parTrans" cxnId="{184B69C6-93E2-43A4-8346-B8429E6D52D7}">
      <dgm:prSet/>
      <dgm:spPr/>
      <dgm:t>
        <a:bodyPr/>
        <a:lstStyle/>
        <a:p>
          <a:endParaRPr lang="en-US"/>
        </a:p>
      </dgm:t>
    </dgm:pt>
    <dgm:pt modelId="{E0D3E9D9-EB44-4AB1-9519-2DCCFA89B67A}" type="sibTrans" cxnId="{184B69C6-93E2-43A4-8346-B8429E6D52D7}">
      <dgm:prSet/>
      <dgm:spPr/>
      <dgm:t>
        <a:bodyPr/>
        <a:lstStyle/>
        <a:p>
          <a:endParaRPr lang="en-US"/>
        </a:p>
      </dgm:t>
    </dgm:pt>
    <dgm:pt modelId="{58FF0403-E216-4CE7-8AD7-51F95034C4F6}" type="pres">
      <dgm:prSet presAssocID="{EF2332AF-BCCE-40DD-9993-498D2EB36CFA}" presName="outerComposite" presStyleCnt="0">
        <dgm:presLayoutVars>
          <dgm:chMax val="5"/>
          <dgm:dir/>
          <dgm:resizeHandles val="exact"/>
        </dgm:presLayoutVars>
      </dgm:prSet>
      <dgm:spPr/>
    </dgm:pt>
    <dgm:pt modelId="{B81707C0-2CEA-4DD9-A5B2-E03E6F34654D}" type="pres">
      <dgm:prSet presAssocID="{EF2332AF-BCCE-40DD-9993-498D2EB36CFA}" presName="dummyMaxCanvas" presStyleCnt="0">
        <dgm:presLayoutVars/>
      </dgm:prSet>
      <dgm:spPr/>
    </dgm:pt>
    <dgm:pt modelId="{10514C32-040B-400B-9F0C-FEC9C170700D}" type="pres">
      <dgm:prSet presAssocID="{EF2332AF-BCCE-40DD-9993-498D2EB36CFA}" presName="FourNodes_1" presStyleLbl="node1" presStyleIdx="0" presStyleCnt="4">
        <dgm:presLayoutVars>
          <dgm:bulletEnabled val="1"/>
        </dgm:presLayoutVars>
      </dgm:prSet>
      <dgm:spPr/>
    </dgm:pt>
    <dgm:pt modelId="{88BD3104-CE78-43FD-B4AA-6EE668254B88}" type="pres">
      <dgm:prSet presAssocID="{EF2332AF-BCCE-40DD-9993-498D2EB36CFA}" presName="FourNodes_2" presStyleLbl="node1" presStyleIdx="1" presStyleCnt="4">
        <dgm:presLayoutVars>
          <dgm:bulletEnabled val="1"/>
        </dgm:presLayoutVars>
      </dgm:prSet>
      <dgm:spPr/>
    </dgm:pt>
    <dgm:pt modelId="{E62E9251-A011-4A12-988D-7EC27376C33C}" type="pres">
      <dgm:prSet presAssocID="{EF2332AF-BCCE-40DD-9993-498D2EB36CFA}" presName="FourNodes_3" presStyleLbl="node1" presStyleIdx="2" presStyleCnt="4">
        <dgm:presLayoutVars>
          <dgm:bulletEnabled val="1"/>
        </dgm:presLayoutVars>
      </dgm:prSet>
      <dgm:spPr/>
    </dgm:pt>
    <dgm:pt modelId="{293557FE-39C8-4829-AA71-6A0156161A93}" type="pres">
      <dgm:prSet presAssocID="{EF2332AF-BCCE-40DD-9993-498D2EB36CFA}" presName="FourNodes_4" presStyleLbl="node1" presStyleIdx="3" presStyleCnt="4">
        <dgm:presLayoutVars>
          <dgm:bulletEnabled val="1"/>
        </dgm:presLayoutVars>
      </dgm:prSet>
      <dgm:spPr/>
    </dgm:pt>
    <dgm:pt modelId="{38A1CE69-D77A-4DD5-B71E-69C68CFD5690}" type="pres">
      <dgm:prSet presAssocID="{EF2332AF-BCCE-40DD-9993-498D2EB36CFA}" presName="FourConn_1-2" presStyleLbl="fgAccFollowNode1" presStyleIdx="0" presStyleCnt="3">
        <dgm:presLayoutVars>
          <dgm:bulletEnabled val="1"/>
        </dgm:presLayoutVars>
      </dgm:prSet>
      <dgm:spPr/>
    </dgm:pt>
    <dgm:pt modelId="{9815E547-344B-4533-8CA5-988B5D293BD0}" type="pres">
      <dgm:prSet presAssocID="{EF2332AF-BCCE-40DD-9993-498D2EB36CFA}" presName="FourConn_2-3" presStyleLbl="fgAccFollowNode1" presStyleIdx="1" presStyleCnt="3">
        <dgm:presLayoutVars>
          <dgm:bulletEnabled val="1"/>
        </dgm:presLayoutVars>
      </dgm:prSet>
      <dgm:spPr/>
    </dgm:pt>
    <dgm:pt modelId="{6F80B7E8-F174-4714-8979-CAE2579B12F4}" type="pres">
      <dgm:prSet presAssocID="{EF2332AF-BCCE-40DD-9993-498D2EB36CFA}" presName="FourConn_3-4" presStyleLbl="fgAccFollowNode1" presStyleIdx="2" presStyleCnt="3">
        <dgm:presLayoutVars>
          <dgm:bulletEnabled val="1"/>
        </dgm:presLayoutVars>
      </dgm:prSet>
      <dgm:spPr/>
    </dgm:pt>
    <dgm:pt modelId="{7DB8F61E-96E9-469D-A038-1DE774C67873}" type="pres">
      <dgm:prSet presAssocID="{EF2332AF-BCCE-40DD-9993-498D2EB36CFA}" presName="FourNodes_1_text" presStyleLbl="node1" presStyleIdx="3" presStyleCnt="4">
        <dgm:presLayoutVars>
          <dgm:bulletEnabled val="1"/>
        </dgm:presLayoutVars>
      </dgm:prSet>
      <dgm:spPr/>
    </dgm:pt>
    <dgm:pt modelId="{4F0739AE-CD33-4843-9AC1-A5A7E834484D}" type="pres">
      <dgm:prSet presAssocID="{EF2332AF-BCCE-40DD-9993-498D2EB36CFA}" presName="FourNodes_2_text" presStyleLbl="node1" presStyleIdx="3" presStyleCnt="4">
        <dgm:presLayoutVars>
          <dgm:bulletEnabled val="1"/>
        </dgm:presLayoutVars>
      </dgm:prSet>
      <dgm:spPr/>
    </dgm:pt>
    <dgm:pt modelId="{E85E8A6C-0061-4FB5-88FD-3E48CEC2360C}" type="pres">
      <dgm:prSet presAssocID="{EF2332AF-BCCE-40DD-9993-498D2EB36CFA}" presName="FourNodes_3_text" presStyleLbl="node1" presStyleIdx="3" presStyleCnt="4">
        <dgm:presLayoutVars>
          <dgm:bulletEnabled val="1"/>
        </dgm:presLayoutVars>
      </dgm:prSet>
      <dgm:spPr/>
    </dgm:pt>
    <dgm:pt modelId="{902E5E5D-1D36-49EC-BD00-56C26C775320}" type="pres">
      <dgm:prSet presAssocID="{EF2332AF-BCCE-40DD-9993-498D2EB36CF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4EE7207-7CB7-4836-B9D9-7DE06321EB39}" type="presOf" srcId="{8DD8EE10-5860-49EA-B714-F24336DB6A54}" destId="{293557FE-39C8-4829-AA71-6A0156161A93}" srcOrd="0" destOrd="0" presId="urn:microsoft.com/office/officeart/2005/8/layout/vProcess5"/>
    <dgm:cxn modelId="{7096B41D-001A-4CBB-874F-086403D1026C}" type="presOf" srcId="{8DD8EE10-5860-49EA-B714-F24336DB6A54}" destId="{902E5E5D-1D36-49EC-BD00-56C26C775320}" srcOrd="1" destOrd="0" presId="urn:microsoft.com/office/officeart/2005/8/layout/vProcess5"/>
    <dgm:cxn modelId="{857EA626-D5D4-4244-BD85-F74256847C11}" srcId="{EF2332AF-BCCE-40DD-9993-498D2EB36CFA}" destId="{A9C29F76-637F-49B4-B06D-05E10E0483DF}" srcOrd="2" destOrd="0" parTransId="{5B0547FE-365D-4799-974A-42EA135662BB}" sibTransId="{4F5A7AC8-1363-4AA5-8DDE-DD9710B3D483}"/>
    <dgm:cxn modelId="{9F3AFF60-8AB4-4B3D-A755-56DCB7C1776F}" srcId="{EF2332AF-BCCE-40DD-9993-498D2EB36CFA}" destId="{47EF36E2-4FB7-4EFD-9174-374CDF9467E6}" srcOrd="1" destOrd="0" parTransId="{CE6EEC04-D4B8-4480-BE48-6B4F816AAE5E}" sibTransId="{CA19DB56-F440-418E-A99C-E47F68CF03DF}"/>
    <dgm:cxn modelId="{76D0486D-E5DC-4158-9316-61B81121099A}" type="presOf" srcId="{A9C29F76-637F-49B4-B06D-05E10E0483DF}" destId="{E62E9251-A011-4A12-988D-7EC27376C33C}" srcOrd="0" destOrd="0" presId="urn:microsoft.com/office/officeart/2005/8/layout/vProcess5"/>
    <dgm:cxn modelId="{15194552-D2B0-4DD9-AFF7-CBFDCCEA401C}" type="presOf" srcId="{103FFD99-D480-476D-AF6F-986162527DDB}" destId="{7DB8F61E-96E9-469D-A038-1DE774C67873}" srcOrd="1" destOrd="0" presId="urn:microsoft.com/office/officeart/2005/8/layout/vProcess5"/>
    <dgm:cxn modelId="{6C6C4182-A5B3-4F5D-ABD2-4BC144E8A945}" type="presOf" srcId="{47EF36E2-4FB7-4EFD-9174-374CDF9467E6}" destId="{88BD3104-CE78-43FD-B4AA-6EE668254B88}" srcOrd="0" destOrd="0" presId="urn:microsoft.com/office/officeart/2005/8/layout/vProcess5"/>
    <dgm:cxn modelId="{22DF2087-5DFA-42D5-B049-E3E238566357}" type="presOf" srcId="{A9C29F76-637F-49B4-B06D-05E10E0483DF}" destId="{E85E8A6C-0061-4FB5-88FD-3E48CEC2360C}" srcOrd="1" destOrd="0" presId="urn:microsoft.com/office/officeart/2005/8/layout/vProcess5"/>
    <dgm:cxn modelId="{7001C187-A50F-4F44-A3E9-799ECA23E02F}" type="presOf" srcId="{4F5A7AC8-1363-4AA5-8DDE-DD9710B3D483}" destId="{6F80B7E8-F174-4714-8979-CAE2579B12F4}" srcOrd="0" destOrd="0" presId="urn:microsoft.com/office/officeart/2005/8/layout/vProcess5"/>
    <dgm:cxn modelId="{0B927988-6BDB-4AA5-9FC8-47B134F6B483}" type="presOf" srcId="{EF2332AF-BCCE-40DD-9993-498D2EB36CFA}" destId="{58FF0403-E216-4CE7-8AD7-51F95034C4F6}" srcOrd="0" destOrd="0" presId="urn:microsoft.com/office/officeart/2005/8/layout/vProcess5"/>
    <dgm:cxn modelId="{B20A7590-F800-492A-B2E2-14B89EDF892D}" type="presOf" srcId="{103FFD99-D480-476D-AF6F-986162527DDB}" destId="{10514C32-040B-400B-9F0C-FEC9C170700D}" srcOrd="0" destOrd="0" presId="urn:microsoft.com/office/officeart/2005/8/layout/vProcess5"/>
    <dgm:cxn modelId="{05D534A9-A2CF-4C42-A8EE-0CA9C6B0CE96}" srcId="{EF2332AF-BCCE-40DD-9993-498D2EB36CFA}" destId="{103FFD99-D480-476D-AF6F-986162527DDB}" srcOrd="0" destOrd="0" parTransId="{B8488E75-EDF3-47A3-9550-07826AEA05BA}" sibTransId="{FE645462-9F52-4B7A-A960-6A5BB00FF4B6}"/>
    <dgm:cxn modelId="{184B69C6-93E2-43A4-8346-B8429E6D52D7}" srcId="{EF2332AF-BCCE-40DD-9993-498D2EB36CFA}" destId="{8DD8EE10-5860-49EA-B714-F24336DB6A54}" srcOrd="3" destOrd="0" parTransId="{11597F92-C7A7-4DE1-8FD7-128A1B33DB81}" sibTransId="{E0D3E9D9-EB44-4AB1-9519-2DCCFA89B67A}"/>
    <dgm:cxn modelId="{A62E7CD4-1669-49F6-B138-C5B92071283C}" type="presOf" srcId="{FE645462-9F52-4B7A-A960-6A5BB00FF4B6}" destId="{38A1CE69-D77A-4DD5-B71E-69C68CFD5690}" srcOrd="0" destOrd="0" presId="urn:microsoft.com/office/officeart/2005/8/layout/vProcess5"/>
    <dgm:cxn modelId="{1B86F7F6-2B44-4468-ABFE-68183CFD683C}" type="presOf" srcId="{47EF36E2-4FB7-4EFD-9174-374CDF9467E6}" destId="{4F0739AE-CD33-4843-9AC1-A5A7E834484D}" srcOrd="1" destOrd="0" presId="urn:microsoft.com/office/officeart/2005/8/layout/vProcess5"/>
    <dgm:cxn modelId="{14B9EEFB-031F-4B5E-9588-C85F81588B52}" type="presOf" srcId="{CA19DB56-F440-418E-A99C-E47F68CF03DF}" destId="{9815E547-344B-4533-8CA5-988B5D293BD0}" srcOrd="0" destOrd="0" presId="urn:microsoft.com/office/officeart/2005/8/layout/vProcess5"/>
    <dgm:cxn modelId="{CE45831F-C060-471D-B375-7EE256CC1826}" type="presParOf" srcId="{58FF0403-E216-4CE7-8AD7-51F95034C4F6}" destId="{B81707C0-2CEA-4DD9-A5B2-E03E6F34654D}" srcOrd="0" destOrd="0" presId="urn:microsoft.com/office/officeart/2005/8/layout/vProcess5"/>
    <dgm:cxn modelId="{341B900D-B700-4EF0-9BC5-D8296473FA6B}" type="presParOf" srcId="{58FF0403-E216-4CE7-8AD7-51F95034C4F6}" destId="{10514C32-040B-400B-9F0C-FEC9C170700D}" srcOrd="1" destOrd="0" presId="urn:microsoft.com/office/officeart/2005/8/layout/vProcess5"/>
    <dgm:cxn modelId="{A4B81B9E-0E9D-4BD0-AEDF-4C4A635E3026}" type="presParOf" srcId="{58FF0403-E216-4CE7-8AD7-51F95034C4F6}" destId="{88BD3104-CE78-43FD-B4AA-6EE668254B88}" srcOrd="2" destOrd="0" presId="urn:microsoft.com/office/officeart/2005/8/layout/vProcess5"/>
    <dgm:cxn modelId="{09357210-8784-4F99-88F0-3B4FA716C8A4}" type="presParOf" srcId="{58FF0403-E216-4CE7-8AD7-51F95034C4F6}" destId="{E62E9251-A011-4A12-988D-7EC27376C33C}" srcOrd="3" destOrd="0" presId="urn:microsoft.com/office/officeart/2005/8/layout/vProcess5"/>
    <dgm:cxn modelId="{C03D41A2-041D-47A2-932B-1D4F3589AA9F}" type="presParOf" srcId="{58FF0403-E216-4CE7-8AD7-51F95034C4F6}" destId="{293557FE-39C8-4829-AA71-6A0156161A93}" srcOrd="4" destOrd="0" presId="urn:microsoft.com/office/officeart/2005/8/layout/vProcess5"/>
    <dgm:cxn modelId="{43F09BFC-BFC0-4532-9991-572335C1E9AC}" type="presParOf" srcId="{58FF0403-E216-4CE7-8AD7-51F95034C4F6}" destId="{38A1CE69-D77A-4DD5-B71E-69C68CFD5690}" srcOrd="5" destOrd="0" presId="urn:microsoft.com/office/officeart/2005/8/layout/vProcess5"/>
    <dgm:cxn modelId="{FD334B21-88ED-40DC-BDD1-3933570E29BD}" type="presParOf" srcId="{58FF0403-E216-4CE7-8AD7-51F95034C4F6}" destId="{9815E547-344B-4533-8CA5-988B5D293BD0}" srcOrd="6" destOrd="0" presId="urn:microsoft.com/office/officeart/2005/8/layout/vProcess5"/>
    <dgm:cxn modelId="{757F3FFE-8AB9-49F6-966F-22FFBEF430BE}" type="presParOf" srcId="{58FF0403-E216-4CE7-8AD7-51F95034C4F6}" destId="{6F80B7E8-F174-4714-8979-CAE2579B12F4}" srcOrd="7" destOrd="0" presId="urn:microsoft.com/office/officeart/2005/8/layout/vProcess5"/>
    <dgm:cxn modelId="{EDE163FA-E6FE-4650-B46E-68582DC45B47}" type="presParOf" srcId="{58FF0403-E216-4CE7-8AD7-51F95034C4F6}" destId="{7DB8F61E-96E9-469D-A038-1DE774C67873}" srcOrd="8" destOrd="0" presId="urn:microsoft.com/office/officeart/2005/8/layout/vProcess5"/>
    <dgm:cxn modelId="{EC5241AD-4861-4203-B64F-8D85B1D16247}" type="presParOf" srcId="{58FF0403-E216-4CE7-8AD7-51F95034C4F6}" destId="{4F0739AE-CD33-4843-9AC1-A5A7E834484D}" srcOrd="9" destOrd="0" presId="urn:microsoft.com/office/officeart/2005/8/layout/vProcess5"/>
    <dgm:cxn modelId="{FDACE47E-A95D-4CFE-B542-885EF862045D}" type="presParOf" srcId="{58FF0403-E216-4CE7-8AD7-51F95034C4F6}" destId="{E85E8A6C-0061-4FB5-88FD-3E48CEC2360C}" srcOrd="10" destOrd="0" presId="urn:microsoft.com/office/officeart/2005/8/layout/vProcess5"/>
    <dgm:cxn modelId="{E52E78F5-05DC-4C34-9F4B-925B1228890D}" type="presParOf" srcId="{58FF0403-E216-4CE7-8AD7-51F95034C4F6}" destId="{902E5E5D-1D36-49EC-BD00-56C26C7753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2332AF-BCCE-40DD-9993-498D2EB36CFA}" type="doc">
      <dgm:prSet loTypeId="urn:microsoft.com/office/officeart/2005/8/layout/vProcess5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03FFD99-D480-476D-AF6F-986162527DDB}">
      <dgm:prSet/>
      <dgm:spPr/>
      <dgm:t>
        <a:bodyPr/>
        <a:lstStyle/>
        <a:p>
          <a:r>
            <a:rPr lang="en-US"/>
            <a:t>Data Collection: Post &amp; Survey</a:t>
          </a:r>
        </a:p>
      </dgm:t>
    </dgm:pt>
    <dgm:pt modelId="{B8488E75-EDF3-47A3-9550-07826AEA05BA}" type="parTrans" cxnId="{05D534A9-A2CF-4C42-A8EE-0CA9C6B0CE96}">
      <dgm:prSet/>
      <dgm:spPr/>
      <dgm:t>
        <a:bodyPr/>
        <a:lstStyle/>
        <a:p>
          <a:endParaRPr lang="en-US"/>
        </a:p>
      </dgm:t>
    </dgm:pt>
    <dgm:pt modelId="{FE645462-9F52-4B7A-A960-6A5BB00FF4B6}" type="sibTrans" cxnId="{05D534A9-A2CF-4C42-A8EE-0CA9C6B0CE96}">
      <dgm:prSet/>
      <dgm:spPr/>
      <dgm:t>
        <a:bodyPr/>
        <a:lstStyle/>
        <a:p>
          <a:endParaRPr lang="en-US"/>
        </a:p>
      </dgm:t>
    </dgm:pt>
    <dgm:pt modelId="{47EF36E2-4FB7-4EFD-9174-374CDF9467E6}">
      <dgm:prSet/>
      <dgm:spPr/>
      <dgm:t>
        <a:bodyPr/>
        <a:lstStyle/>
        <a:p>
          <a:r>
            <a:rPr lang="en-US"/>
            <a:t>Data Process</a:t>
          </a:r>
        </a:p>
      </dgm:t>
    </dgm:pt>
    <dgm:pt modelId="{CE6EEC04-D4B8-4480-BE48-6B4F816AAE5E}" type="parTrans" cxnId="{9F3AFF60-8AB4-4B3D-A755-56DCB7C1776F}">
      <dgm:prSet/>
      <dgm:spPr/>
      <dgm:t>
        <a:bodyPr/>
        <a:lstStyle/>
        <a:p>
          <a:endParaRPr lang="en-US"/>
        </a:p>
      </dgm:t>
    </dgm:pt>
    <dgm:pt modelId="{CA19DB56-F440-418E-A99C-E47F68CF03DF}" type="sibTrans" cxnId="{9F3AFF60-8AB4-4B3D-A755-56DCB7C1776F}">
      <dgm:prSet/>
      <dgm:spPr/>
      <dgm:t>
        <a:bodyPr/>
        <a:lstStyle/>
        <a:p>
          <a:endParaRPr lang="en-US"/>
        </a:p>
      </dgm:t>
    </dgm:pt>
    <dgm:pt modelId="{A9C29F76-637F-49B4-B06D-05E10E0483DF}">
      <dgm:prSet/>
      <dgm:spPr/>
      <dgm:t>
        <a:bodyPr/>
        <a:lstStyle/>
        <a:p>
          <a:r>
            <a:rPr lang="en-US" dirty="0"/>
            <a:t>Quantitative Analysis</a:t>
          </a:r>
        </a:p>
      </dgm:t>
    </dgm:pt>
    <dgm:pt modelId="{5B0547FE-365D-4799-974A-42EA135662BB}" type="parTrans" cxnId="{857EA626-D5D4-4244-BD85-F74256847C11}">
      <dgm:prSet/>
      <dgm:spPr/>
      <dgm:t>
        <a:bodyPr/>
        <a:lstStyle/>
        <a:p>
          <a:endParaRPr lang="en-US"/>
        </a:p>
      </dgm:t>
    </dgm:pt>
    <dgm:pt modelId="{4F5A7AC8-1363-4AA5-8DDE-DD9710B3D483}" type="sibTrans" cxnId="{857EA626-D5D4-4244-BD85-F74256847C11}">
      <dgm:prSet/>
      <dgm:spPr/>
      <dgm:t>
        <a:bodyPr/>
        <a:lstStyle/>
        <a:p>
          <a:endParaRPr lang="en-US"/>
        </a:p>
      </dgm:t>
    </dgm:pt>
    <dgm:pt modelId="{8DD8EE10-5860-49EA-B714-F24336DB6A54}">
      <dgm:prSet/>
      <dgm:spPr/>
      <dgm:t>
        <a:bodyPr/>
        <a:lstStyle/>
        <a:p>
          <a:r>
            <a:rPr lang="en-US"/>
            <a:t>Integration</a:t>
          </a:r>
        </a:p>
      </dgm:t>
    </dgm:pt>
    <dgm:pt modelId="{11597F92-C7A7-4DE1-8FD7-128A1B33DB81}" type="parTrans" cxnId="{184B69C6-93E2-43A4-8346-B8429E6D52D7}">
      <dgm:prSet/>
      <dgm:spPr/>
      <dgm:t>
        <a:bodyPr/>
        <a:lstStyle/>
        <a:p>
          <a:endParaRPr lang="en-US"/>
        </a:p>
      </dgm:t>
    </dgm:pt>
    <dgm:pt modelId="{E0D3E9D9-EB44-4AB1-9519-2DCCFA89B67A}" type="sibTrans" cxnId="{184B69C6-93E2-43A4-8346-B8429E6D52D7}">
      <dgm:prSet/>
      <dgm:spPr/>
      <dgm:t>
        <a:bodyPr/>
        <a:lstStyle/>
        <a:p>
          <a:endParaRPr lang="en-US"/>
        </a:p>
      </dgm:t>
    </dgm:pt>
    <dgm:pt modelId="{58FF0403-E216-4CE7-8AD7-51F95034C4F6}" type="pres">
      <dgm:prSet presAssocID="{EF2332AF-BCCE-40DD-9993-498D2EB36CFA}" presName="outerComposite" presStyleCnt="0">
        <dgm:presLayoutVars>
          <dgm:chMax val="5"/>
          <dgm:dir/>
          <dgm:resizeHandles val="exact"/>
        </dgm:presLayoutVars>
      </dgm:prSet>
      <dgm:spPr/>
    </dgm:pt>
    <dgm:pt modelId="{B81707C0-2CEA-4DD9-A5B2-E03E6F34654D}" type="pres">
      <dgm:prSet presAssocID="{EF2332AF-BCCE-40DD-9993-498D2EB36CFA}" presName="dummyMaxCanvas" presStyleCnt="0">
        <dgm:presLayoutVars/>
      </dgm:prSet>
      <dgm:spPr/>
    </dgm:pt>
    <dgm:pt modelId="{10514C32-040B-400B-9F0C-FEC9C170700D}" type="pres">
      <dgm:prSet presAssocID="{EF2332AF-BCCE-40DD-9993-498D2EB36CFA}" presName="FourNodes_1" presStyleLbl="node1" presStyleIdx="0" presStyleCnt="4">
        <dgm:presLayoutVars>
          <dgm:bulletEnabled val="1"/>
        </dgm:presLayoutVars>
      </dgm:prSet>
      <dgm:spPr/>
    </dgm:pt>
    <dgm:pt modelId="{88BD3104-CE78-43FD-B4AA-6EE668254B88}" type="pres">
      <dgm:prSet presAssocID="{EF2332AF-BCCE-40DD-9993-498D2EB36CFA}" presName="FourNodes_2" presStyleLbl="node1" presStyleIdx="1" presStyleCnt="4">
        <dgm:presLayoutVars>
          <dgm:bulletEnabled val="1"/>
        </dgm:presLayoutVars>
      </dgm:prSet>
      <dgm:spPr/>
    </dgm:pt>
    <dgm:pt modelId="{E62E9251-A011-4A12-988D-7EC27376C33C}" type="pres">
      <dgm:prSet presAssocID="{EF2332AF-BCCE-40DD-9993-498D2EB36CFA}" presName="FourNodes_3" presStyleLbl="node1" presStyleIdx="2" presStyleCnt="4">
        <dgm:presLayoutVars>
          <dgm:bulletEnabled val="1"/>
        </dgm:presLayoutVars>
      </dgm:prSet>
      <dgm:spPr/>
    </dgm:pt>
    <dgm:pt modelId="{293557FE-39C8-4829-AA71-6A0156161A93}" type="pres">
      <dgm:prSet presAssocID="{EF2332AF-BCCE-40DD-9993-498D2EB36CFA}" presName="FourNodes_4" presStyleLbl="node1" presStyleIdx="3" presStyleCnt="4">
        <dgm:presLayoutVars>
          <dgm:bulletEnabled val="1"/>
        </dgm:presLayoutVars>
      </dgm:prSet>
      <dgm:spPr/>
    </dgm:pt>
    <dgm:pt modelId="{38A1CE69-D77A-4DD5-B71E-69C68CFD5690}" type="pres">
      <dgm:prSet presAssocID="{EF2332AF-BCCE-40DD-9993-498D2EB36CFA}" presName="FourConn_1-2" presStyleLbl="fgAccFollowNode1" presStyleIdx="0" presStyleCnt="3">
        <dgm:presLayoutVars>
          <dgm:bulletEnabled val="1"/>
        </dgm:presLayoutVars>
      </dgm:prSet>
      <dgm:spPr/>
    </dgm:pt>
    <dgm:pt modelId="{9815E547-344B-4533-8CA5-988B5D293BD0}" type="pres">
      <dgm:prSet presAssocID="{EF2332AF-BCCE-40DD-9993-498D2EB36CFA}" presName="FourConn_2-3" presStyleLbl="fgAccFollowNode1" presStyleIdx="1" presStyleCnt="3">
        <dgm:presLayoutVars>
          <dgm:bulletEnabled val="1"/>
        </dgm:presLayoutVars>
      </dgm:prSet>
      <dgm:spPr/>
    </dgm:pt>
    <dgm:pt modelId="{6F80B7E8-F174-4714-8979-CAE2579B12F4}" type="pres">
      <dgm:prSet presAssocID="{EF2332AF-BCCE-40DD-9993-498D2EB36CFA}" presName="FourConn_3-4" presStyleLbl="fgAccFollowNode1" presStyleIdx="2" presStyleCnt="3">
        <dgm:presLayoutVars>
          <dgm:bulletEnabled val="1"/>
        </dgm:presLayoutVars>
      </dgm:prSet>
      <dgm:spPr/>
    </dgm:pt>
    <dgm:pt modelId="{7DB8F61E-96E9-469D-A038-1DE774C67873}" type="pres">
      <dgm:prSet presAssocID="{EF2332AF-BCCE-40DD-9993-498D2EB36CFA}" presName="FourNodes_1_text" presStyleLbl="node1" presStyleIdx="3" presStyleCnt="4">
        <dgm:presLayoutVars>
          <dgm:bulletEnabled val="1"/>
        </dgm:presLayoutVars>
      </dgm:prSet>
      <dgm:spPr/>
    </dgm:pt>
    <dgm:pt modelId="{4F0739AE-CD33-4843-9AC1-A5A7E834484D}" type="pres">
      <dgm:prSet presAssocID="{EF2332AF-BCCE-40DD-9993-498D2EB36CFA}" presName="FourNodes_2_text" presStyleLbl="node1" presStyleIdx="3" presStyleCnt="4">
        <dgm:presLayoutVars>
          <dgm:bulletEnabled val="1"/>
        </dgm:presLayoutVars>
      </dgm:prSet>
      <dgm:spPr/>
    </dgm:pt>
    <dgm:pt modelId="{E85E8A6C-0061-4FB5-88FD-3E48CEC2360C}" type="pres">
      <dgm:prSet presAssocID="{EF2332AF-BCCE-40DD-9993-498D2EB36CFA}" presName="FourNodes_3_text" presStyleLbl="node1" presStyleIdx="3" presStyleCnt="4">
        <dgm:presLayoutVars>
          <dgm:bulletEnabled val="1"/>
        </dgm:presLayoutVars>
      </dgm:prSet>
      <dgm:spPr/>
    </dgm:pt>
    <dgm:pt modelId="{902E5E5D-1D36-49EC-BD00-56C26C775320}" type="pres">
      <dgm:prSet presAssocID="{EF2332AF-BCCE-40DD-9993-498D2EB36CF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4EE7207-7CB7-4836-B9D9-7DE06321EB39}" type="presOf" srcId="{8DD8EE10-5860-49EA-B714-F24336DB6A54}" destId="{293557FE-39C8-4829-AA71-6A0156161A93}" srcOrd="0" destOrd="0" presId="urn:microsoft.com/office/officeart/2005/8/layout/vProcess5"/>
    <dgm:cxn modelId="{7096B41D-001A-4CBB-874F-086403D1026C}" type="presOf" srcId="{8DD8EE10-5860-49EA-B714-F24336DB6A54}" destId="{902E5E5D-1D36-49EC-BD00-56C26C775320}" srcOrd="1" destOrd="0" presId="urn:microsoft.com/office/officeart/2005/8/layout/vProcess5"/>
    <dgm:cxn modelId="{857EA626-D5D4-4244-BD85-F74256847C11}" srcId="{EF2332AF-BCCE-40DD-9993-498D2EB36CFA}" destId="{A9C29F76-637F-49B4-B06D-05E10E0483DF}" srcOrd="2" destOrd="0" parTransId="{5B0547FE-365D-4799-974A-42EA135662BB}" sibTransId="{4F5A7AC8-1363-4AA5-8DDE-DD9710B3D483}"/>
    <dgm:cxn modelId="{9F3AFF60-8AB4-4B3D-A755-56DCB7C1776F}" srcId="{EF2332AF-BCCE-40DD-9993-498D2EB36CFA}" destId="{47EF36E2-4FB7-4EFD-9174-374CDF9467E6}" srcOrd="1" destOrd="0" parTransId="{CE6EEC04-D4B8-4480-BE48-6B4F816AAE5E}" sibTransId="{CA19DB56-F440-418E-A99C-E47F68CF03DF}"/>
    <dgm:cxn modelId="{76D0486D-E5DC-4158-9316-61B81121099A}" type="presOf" srcId="{A9C29F76-637F-49B4-B06D-05E10E0483DF}" destId="{E62E9251-A011-4A12-988D-7EC27376C33C}" srcOrd="0" destOrd="0" presId="urn:microsoft.com/office/officeart/2005/8/layout/vProcess5"/>
    <dgm:cxn modelId="{15194552-D2B0-4DD9-AFF7-CBFDCCEA401C}" type="presOf" srcId="{103FFD99-D480-476D-AF6F-986162527DDB}" destId="{7DB8F61E-96E9-469D-A038-1DE774C67873}" srcOrd="1" destOrd="0" presId="urn:microsoft.com/office/officeart/2005/8/layout/vProcess5"/>
    <dgm:cxn modelId="{6C6C4182-A5B3-4F5D-ABD2-4BC144E8A945}" type="presOf" srcId="{47EF36E2-4FB7-4EFD-9174-374CDF9467E6}" destId="{88BD3104-CE78-43FD-B4AA-6EE668254B88}" srcOrd="0" destOrd="0" presId="urn:microsoft.com/office/officeart/2005/8/layout/vProcess5"/>
    <dgm:cxn modelId="{22DF2087-5DFA-42D5-B049-E3E238566357}" type="presOf" srcId="{A9C29F76-637F-49B4-B06D-05E10E0483DF}" destId="{E85E8A6C-0061-4FB5-88FD-3E48CEC2360C}" srcOrd="1" destOrd="0" presId="urn:microsoft.com/office/officeart/2005/8/layout/vProcess5"/>
    <dgm:cxn modelId="{7001C187-A50F-4F44-A3E9-799ECA23E02F}" type="presOf" srcId="{4F5A7AC8-1363-4AA5-8DDE-DD9710B3D483}" destId="{6F80B7E8-F174-4714-8979-CAE2579B12F4}" srcOrd="0" destOrd="0" presId="urn:microsoft.com/office/officeart/2005/8/layout/vProcess5"/>
    <dgm:cxn modelId="{0B927988-6BDB-4AA5-9FC8-47B134F6B483}" type="presOf" srcId="{EF2332AF-BCCE-40DD-9993-498D2EB36CFA}" destId="{58FF0403-E216-4CE7-8AD7-51F95034C4F6}" srcOrd="0" destOrd="0" presId="urn:microsoft.com/office/officeart/2005/8/layout/vProcess5"/>
    <dgm:cxn modelId="{B20A7590-F800-492A-B2E2-14B89EDF892D}" type="presOf" srcId="{103FFD99-D480-476D-AF6F-986162527DDB}" destId="{10514C32-040B-400B-9F0C-FEC9C170700D}" srcOrd="0" destOrd="0" presId="urn:microsoft.com/office/officeart/2005/8/layout/vProcess5"/>
    <dgm:cxn modelId="{05D534A9-A2CF-4C42-A8EE-0CA9C6B0CE96}" srcId="{EF2332AF-BCCE-40DD-9993-498D2EB36CFA}" destId="{103FFD99-D480-476D-AF6F-986162527DDB}" srcOrd="0" destOrd="0" parTransId="{B8488E75-EDF3-47A3-9550-07826AEA05BA}" sibTransId="{FE645462-9F52-4B7A-A960-6A5BB00FF4B6}"/>
    <dgm:cxn modelId="{184B69C6-93E2-43A4-8346-B8429E6D52D7}" srcId="{EF2332AF-BCCE-40DD-9993-498D2EB36CFA}" destId="{8DD8EE10-5860-49EA-B714-F24336DB6A54}" srcOrd="3" destOrd="0" parTransId="{11597F92-C7A7-4DE1-8FD7-128A1B33DB81}" sibTransId="{E0D3E9D9-EB44-4AB1-9519-2DCCFA89B67A}"/>
    <dgm:cxn modelId="{A62E7CD4-1669-49F6-B138-C5B92071283C}" type="presOf" srcId="{FE645462-9F52-4B7A-A960-6A5BB00FF4B6}" destId="{38A1CE69-D77A-4DD5-B71E-69C68CFD5690}" srcOrd="0" destOrd="0" presId="urn:microsoft.com/office/officeart/2005/8/layout/vProcess5"/>
    <dgm:cxn modelId="{1B86F7F6-2B44-4468-ABFE-68183CFD683C}" type="presOf" srcId="{47EF36E2-4FB7-4EFD-9174-374CDF9467E6}" destId="{4F0739AE-CD33-4843-9AC1-A5A7E834484D}" srcOrd="1" destOrd="0" presId="urn:microsoft.com/office/officeart/2005/8/layout/vProcess5"/>
    <dgm:cxn modelId="{14B9EEFB-031F-4B5E-9588-C85F81588B52}" type="presOf" srcId="{CA19DB56-F440-418E-A99C-E47F68CF03DF}" destId="{9815E547-344B-4533-8CA5-988B5D293BD0}" srcOrd="0" destOrd="0" presId="urn:microsoft.com/office/officeart/2005/8/layout/vProcess5"/>
    <dgm:cxn modelId="{CE45831F-C060-471D-B375-7EE256CC1826}" type="presParOf" srcId="{58FF0403-E216-4CE7-8AD7-51F95034C4F6}" destId="{B81707C0-2CEA-4DD9-A5B2-E03E6F34654D}" srcOrd="0" destOrd="0" presId="urn:microsoft.com/office/officeart/2005/8/layout/vProcess5"/>
    <dgm:cxn modelId="{341B900D-B700-4EF0-9BC5-D8296473FA6B}" type="presParOf" srcId="{58FF0403-E216-4CE7-8AD7-51F95034C4F6}" destId="{10514C32-040B-400B-9F0C-FEC9C170700D}" srcOrd="1" destOrd="0" presId="urn:microsoft.com/office/officeart/2005/8/layout/vProcess5"/>
    <dgm:cxn modelId="{A4B81B9E-0E9D-4BD0-AEDF-4C4A635E3026}" type="presParOf" srcId="{58FF0403-E216-4CE7-8AD7-51F95034C4F6}" destId="{88BD3104-CE78-43FD-B4AA-6EE668254B88}" srcOrd="2" destOrd="0" presId="urn:microsoft.com/office/officeart/2005/8/layout/vProcess5"/>
    <dgm:cxn modelId="{09357210-8784-4F99-88F0-3B4FA716C8A4}" type="presParOf" srcId="{58FF0403-E216-4CE7-8AD7-51F95034C4F6}" destId="{E62E9251-A011-4A12-988D-7EC27376C33C}" srcOrd="3" destOrd="0" presId="urn:microsoft.com/office/officeart/2005/8/layout/vProcess5"/>
    <dgm:cxn modelId="{C03D41A2-041D-47A2-932B-1D4F3589AA9F}" type="presParOf" srcId="{58FF0403-E216-4CE7-8AD7-51F95034C4F6}" destId="{293557FE-39C8-4829-AA71-6A0156161A93}" srcOrd="4" destOrd="0" presId="urn:microsoft.com/office/officeart/2005/8/layout/vProcess5"/>
    <dgm:cxn modelId="{43F09BFC-BFC0-4532-9991-572335C1E9AC}" type="presParOf" srcId="{58FF0403-E216-4CE7-8AD7-51F95034C4F6}" destId="{38A1CE69-D77A-4DD5-B71E-69C68CFD5690}" srcOrd="5" destOrd="0" presId="urn:microsoft.com/office/officeart/2005/8/layout/vProcess5"/>
    <dgm:cxn modelId="{FD334B21-88ED-40DC-BDD1-3933570E29BD}" type="presParOf" srcId="{58FF0403-E216-4CE7-8AD7-51F95034C4F6}" destId="{9815E547-344B-4533-8CA5-988B5D293BD0}" srcOrd="6" destOrd="0" presId="urn:microsoft.com/office/officeart/2005/8/layout/vProcess5"/>
    <dgm:cxn modelId="{757F3FFE-8AB9-49F6-966F-22FFBEF430BE}" type="presParOf" srcId="{58FF0403-E216-4CE7-8AD7-51F95034C4F6}" destId="{6F80B7E8-F174-4714-8979-CAE2579B12F4}" srcOrd="7" destOrd="0" presId="urn:microsoft.com/office/officeart/2005/8/layout/vProcess5"/>
    <dgm:cxn modelId="{EDE163FA-E6FE-4650-B46E-68582DC45B47}" type="presParOf" srcId="{58FF0403-E216-4CE7-8AD7-51F95034C4F6}" destId="{7DB8F61E-96E9-469D-A038-1DE774C67873}" srcOrd="8" destOrd="0" presId="urn:microsoft.com/office/officeart/2005/8/layout/vProcess5"/>
    <dgm:cxn modelId="{EC5241AD-4861-4203-B64F-8D85B1D16247}" type="presParOf" srcId="{58FF0403-E216-4CE7-8AD7-51F95034C4F6}" destId="{4F0739AE-CD33-4843-9AC1-A5A7E834484D}" srcOrd="9" destOrd="0" presId="urn:microsoft.com/office/officeart/2005/8/layout/vProcess5"/>
    <dgm:cxn modelId="{FDACE47E-A95D-4CFE-B542-885EF862045D}" type="presParOf" srcId="{58FF0403-E216-4CE7-8AD7-51F95034C4F6}" destId="{E85E8A6C-0061-4FB5-88FD-3E48CEC2360C}" srcOrd="10" destOrd="0" presId="urn:microsoft.com/office/officeart/2005/8/layout/vProcess5"/>
    <dgm:cxn modelId="{E52E78F5-05DC-4C34-9F4B-925B1228890D}" type="presParOf" srcId="{58FF0403-E216-4CE7-8AD7-51F95034C4F6}" destId="{902E5E5D-1D36-49EC-BD00-56C26C7753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F59DB-560F-4F8A-86DC-2E44318F245B}">
      <dsp:nvSpPr>
        <dsp:cNvPr id="0" name=""/>
        <dsp:cNvSpPr/>
      </dsp:nvSpPr>
      <dsp:spPr>
        <a:xfrm>
          <a:off x="0" y="425793"/>
          <a:ext cx="10515600" cy="12773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73718-E262-4B19-84B2-A4E88C9C3F83}">
      <dsp:nvSpPr>
        <dsp:cNvPr id="0" name=""/>
        <dsp:cNvSpPr/>
      </dsp:nvSpPr>
      <dsp:spPr>
        <a:xfrm>
          <a:off x="386407" y="713204"/>
          <a:ext cx="702559" cy="7025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B1444-C8B7-4F9C-A45B-A069614A6921}">
      <dsp:nvSpPr>
        <dsp:cNvPr id="0" name=""/>
        <dsp:cNvSpPr/>
      </dsp:nvSpPr>
      <dsp:spPr>
        <a:xfrm>
          <a:off x="1475375" y="425793"/>
          <a:ext cx="9040224" cy="127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89" tIns="135189" rIns="135189" bIns="13518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X. Shi and W. Wan, "A cross-cultural genre analysis of firm-generated advertisements on Twitter and Sina Weibo," Journal of Business and Technical Communication, vol. 36, no. 1, p. 71–104, 2021. </a:t>
          </a:r>
          <a:endParaRPr lang="en-US" sz="2400" kern="1200" dirty="0"/>
        </a:p>
      </dsp:txBody>
      <dsp:txXfrm>
        <a:off x="1475375" y="425793"/>
        <a:ext cx="9040224" cy="1277381"/>
      </dsp:txXfrm>
    </dsp:sp>
    <dsp:sp modelId="{5CC1DD3B-526A-4248-909A-718A44EBA8BA}">
      <dsp:nvSpPr>
        <dsp:cNvPr id="0" name=""/>
        <dsp:cNvSpPr/>
      </dsp:nvSpPr>
      <dsp:spPr>
        <a:xfrm>
          <a:off x="0" y="1979365"/>
          <a:ext cx="10515600" cy="12773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5D025-1AE2-40D3-9352-9A80B1346C00}">
      <dsp:nvSpPr>
        <dsp:cNvPr id="0" name=""/>
        <dsp:cNvSpPr/>
      </dsp:nvSpPr>
      <dsp:spPr>
        <a:xfrm>
          <a:off x="386407" y="2266775"/>
          <a:ext cx="702559" cy="7025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018CF-8C84-4155-9015-E95A73A3B397}">
      <dsp:nvSpPr>
        <dsp:cNvPr id="0" name=""/>
        <dsp:cNvSpPr/>
      </dsp:nvSpPr>
      <dsp:spPr>
        <a:xfrm>
          <a:off x="1475375" y="1979365"/>
          <a:ext cx="9040224" cy="127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89" tIns="135189" rIns="135189" bIns="13518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S. G. a. P. S. L. Lisette de Vries, "Popularity of Brand Posts on Brand Fan Pages: An Investigation of the Effects of Social Media Marketing," Journal of Interactive Marketing, vol. 26, no. 2, pp. 83-91, 2012</a:t>
          </a:r>
          <a:endParaRPr lang="en-US" sz="2400" kern="1200" dirty="0"/>
        </a:p>
      </dsp:txBody>
      <dsp:txXfrm>
        <a:off x="1475375" y="1979365"/>
        <a:ext cx="9040224" cy="12773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F59DB-560F-4F8A-86DC-2E44318F245B}">
      <dsp:nvSpPr>
        <dsp:cNvPr id="0" name=""/>
        <dsp:cNvSpPr/>
      </dsp:nvSpPr>
      <dsp:spPr>
        <a:xfrm>
          <a:off x="0" y="449"/>
          <a:ext cx="10515600" cy="10518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73718-E262-4B19-84B2-A4E88C9C3F83}">
      <dsp:nvSpPr>
        <dsp:cNvPr id="0" name=""/>
        <dsp:cNvSpPr/>
      </dsp:nvSpPr>
      <dsp:spPr>
        <a:xfrm>
          <a:off x="318198" y="237126"/>
          <a:ext cx="578543" cy="5785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B1444-C8B7-4F9C-A45B-A069614A6921}">
      <dsp:nvSpPr>
        <dsp:cNvPr id="0" name=""/>
        <dsp:cNvSpPr/>
      </dsp:nvSpPr>
      <dsp:spPr>
        <a:xfrm>
          <a:off x="1214941" y="449"/>
          <a:ext cx="9300658" cy="105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6" tIns="111326" rIns="111326" bIns="1113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How do official brand accounts differ in posting volume?</a:t>
          </a:r>
        </a:p>
      </dsp:txBody>
      <dsp:txXfrm>
        <a:off x="1214941" y="449"/>
        <a:ext cx="9300658" cy="1051897"/>
      </dsp:txXfrm>
    </dsp:sp>
    <dsp:sp modelId="{5CC1DD3B-526A-4248-909A-718A44EBA8BA}">
      <dsp:nvSpPr>
        <dsp:cNvPr id="0" name=""/>
        <dsp:cNvSpPr/>
      </dsp:nvSpPr>
      <dsp:spPr>
        <a:xfrm>
          <a:off x="0" y="1315321"/>
          <a:ext cx="10515600" cy="10518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5D025-1AE2-40D3-9352-9A80B1346C00}">
      <dsp:nvSpPr>
        <dsp:cNvPr id="0" name=""/>
        <dsp:cNvSpPr/>
      </dsp:nvSpPr>
      <dsp:spPr>
        <a:xfrm>
          <a:off x="318198" y="1551998"/>
          <a:ext cx="578543" cy="5785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018CF-8C84-4155-9015-E95A73A3B397}">
      <dsp:nvSpPr>
        <dsp:cNvPr id="0" name=""/>
        <dsp:cNvSpPr/>
      </dsp:nvSpPr>
      <dsp:spPr>
        <a:xfrm>
          <a:off x="1214941" y="1315321"/>
          <a:ext cx="9300658" cy="105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6" tIns="111326" rIns="111326" bIns="1113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</a:t>
          </a:r>
          <a:r>
            <a:rPr lang="en-US" altLang="zh-CN" sz="2500" kern="1200" dirty="0"/>
            <a:t>What temporal pattern the posts follow</a:t>
          </a:r>
          <a:endParaRPr lang="en-US" sz="2500" kern="1200" dirty="0"/>
        </a:p>
      </dsp:txBody>
      <dsp:txXfrm>
        <a:off x="1214941" y="1315321"/>
        <a:ext cx="9300658" cy="1051897"/>
      </dsp:txXfrm>
    </dsp:sp>
    <dsp:sp modelId="{16BCFAE8-8748-48E5-A30E-11DCDFE1BBF2}">
      <dsp:nvSpPr>
        <dsp:cNvPr id="0" name=""/>
        <dsp:cNvSpPr/>
      </dsp:nvSpPr>
      <dsp:spPr>
        <a:xfrm>
          <a:off x="0" y="2630193"/>
          <a:ext cx="10515600" cy="10518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DB182-FF44-487E-BD57-DB82D30EADCD}">
      <dsp:nvSpPr>
        <dsp:cNvPr id="0" name=""/>
        <dsp:cNvSpPr/>
      </dsp:nvSpPr>
      <dsp:spPr>
        <a:xfrm>
          <a:off x="318198" y="2866869"/>
          <a:ext cx="578543" cy="5785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5C304-C61F-4CB8-9000-1451FCD0D457}">
      <dsp:nvSpPr>
        <dsp:cNvPr id="0" name=""/>
        <dsp:cNvSpPr/>
      </dsp:nvSpPr>
      <dsp:spPr>
        <a:xfrm>
          <a:off x="1214941" y="2630193"/>
          <a:ext cx="9300658" cy="105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6" tIns="111326" rIns="111326" bIns="1113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What is the 'Perception-Volume Paradox' in cross-platform advertising?</a:t>
          </a:r>
        </a:p>
      </dsp:txBody>
      <dsp:txXfrm>
        <a:off x="1214941" y="2630193"/>
        <a:ext cx="9300658" cy="10518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14C32-040B-400B-9F0C-FEC9C170700D}">
      <dsp:nvSpPr>
        <dsp:cNvPr id="0" name=""/>
        <dsp:cNvSpPr/>
      </dsp:nvSpPr>
      <dsp:spPr>
        <a:xfrm>
          <a:off x="0" y="0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Collection: Post &amp; Survey</a:t>
          </a:r>
        </a:p>
      </dsp:txBody>
      <dsp:txXfrm>
        <a:off x="22698" y="22698"/>
        <a:ext cx="3065949" cy="729569"/>
      </dsp:txXfrm>
    </dsp:sp>
    <dsp:sp modelId="{88BD3104-CE78-43FD-B4AA-6EE668254B88}">
      <dsp:nvSpPr>
        <dsp:cNvPr id="0" name=""/>
        <dsp:cNvSpPr/>
      </dsp:nvSpPr>
      <dsp:spPr>
        <a:xfrm>
          <a:off x="332293" y="915867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451115"/>
                <a:satOff val="-3409"/>
                <a:lumOff val="-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51115"/>
                <a:satOff val="-3409"/>
                <a:lumOff val="-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51115"/>
                <a:satOff val="-3409"/>
                <a:lumOff val="-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Process</a:t>
          </a:r>
        </a:p>
      </dsp:txBody>
      <dsp:txXfrm>
        <a:off x="354991" y="938565"/>
        <a:ext cx="3086265" cy="729569"/>
      </dsp:txXfrm>
    </dsp:sp>
    <dsp:sp modelId="{E62E9251-A011-4A12-988D-7EC27376C33C}">
      <dsp:nvSpPr>
        <dsp:cNvPr id="0" name=""/>
        <dsp:cNvSpPr/>
      </dsp:nvSpPr>
      <dsp:spPr>
        <a:xfrm>
          <a:off x="659627" y="1831735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02230"/>
                <a:satOff val="-6819"/>
                <a:lumOff val="-26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902230"/>
                <a:satOff val="-6819"/>
                <a:lumOff val="-26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902230"/>
                <a:satOff val="-6819"/>
                <a:lumOff val="-26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Quantitative Analysis</a:t>
          </a:r>
        </a:p>
      </dsp:txBody>
      <dsp:txXfrm>
        <a:off x="682325" y="1854433"/>
        <a:ext cx="3091225" cy="729569"/>
      </dsp:txXfrm>
    </dsp:sp>
    <dsp:sp modelId="{293557FE-39C8-4829-AA71-6A0156161A93}">
      <dsp:nvSpPr>
        <dsp:cNvPr id="0" name=""/>
        <dsp:cNvSpPr/>
      </dsp:nvSpPr>
      <dsp:spPr>
        <a:xfrm>
          <a:off x="991920" y="2747603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Integration</a:t>
          </a:r>
        </a:p>
      </dsp:txBody>
      <dsp:txXfrm>
        <a:off x="1014618" y="2770301"/>
        <a:ext cx="3086265" cy="729569"/>
      </dsp:txXfrm>
    </dsp:sp>
    <dsp:sp modelId="{38A1CE69-D77A-4DD5-B71E-69C68CFD5690}">
      <dsp:nvSpPr>
        <dsp:cNvPr id="0" name=""/>
        <dsp:cNvSpPr/>
      </dsp:nvSpPr>
      <dsp:spPr>
        <a:xfrm>
          <a:off x="3463955" y="593552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577294" y="593552"/>
        <a:ext cx="277049" cy="379055"/>
      </dsp:txXfrm>
    </dsp:sp>
    <dsp:sp modelId="{9815E547-344B-4533-8CA5-988B5D293BD0}">
      <dsp:nvSpPr>
        <dsp:cNvPr id="0" name=""/>
        <dsp:cNvSpPr/>
      </dsp:nvSpPr>
      <dsp:spPr>
        <a:xfrm>
          <a:off x="3796248" y="1509420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909587" y="1509420"/>
        <a:ext cx="277049" cy="379055"/>
      </dsp:txXfrm>
    </dsp:sp>
    <dsp:sp modelId="{6F80B7E8-F174-4714-8979-CAE2579B12F4}">
      <dsp:nvSpPr>
        <dsp:cNvPr id="0" name=""/>
        <dsp:cNvSpPr/>
      </dsp:nvSpPr>
      <dsp:spPr>
        <a:xfrm>
          <a:off x="4123582" y="2425288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236921" y="2425288"/>
        <a:ext cx="277049" cy="3790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14C32-040B-400B-9F0C-FEC9C170700D}">
      <dsp:nvSpPr>
        <dsp:cNvPr id="0" name=""/>
        <dsp:cNvSpPr/>
      </dsp:nvSpPr>
      <dsp:spPr>
        <a:xfrm>
          <a:off x="0" y="0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Collection: Post &amp; Survey</a:t>
          </a:r>
        </a:p>
      </dsp:txBody>
      <dsp:txXfrm>
        <a:off x="22698" y="22698"/>
        <a:ext cx="3065949" cy="729569"/>
      </dsp:txXfrm>
    </dsp:sp>
    <dsp:sp modelId="{88BD3104-CE78-43FD-B4AA-6EE668254B88}">
      <dsp:nvSpPr>
        <dsp:cNvPr id="0" name=""/>
        <dsp:cNvSpPr/>
      </dsp:nvSpPr>
      <dsp:spPr>
        <a:xfrm>
          <a:off x="332293" y="915867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451115"/>
                <a:satOff val="-3409"/>
                <a:lumOff val="-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51115"/>
                <a:satOff val="-3409"/>
                <a:lumOff val="-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51115"/>
                <a:satOff val="-3409"/>
                <a:lumOff val="-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Process</a:t>
          </a:r>
        </a:p>
      </dsp:txBody>
      <dsp:txXfrm>
        <a:off x="354991" y="938565"/>
        <a:ext cx="3086265" cy="729569"/>
      </dsp:txXfrm>
    </dsp:sp>
    <dsp:sp modelId="{E62E9251-A011-4A12-988D-7EC27376C33C}">
      <dsp:nvSpPr>
        <dsp:cNvPr id="0" name=""/>
        <dsp:cNvSpPr/>
      </dsp:nvSpPr>
      <dsp:spPr>
        <a:xfrm>
          <a:off x="659627" y="1831735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02230"/>
                <a:satOff val="-6819"/>
                <a:lumOff val="-26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902230"/>
                <a:satOff val="-6819"/>
                <a:lumOff val="-26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902230"/>
                <a:satOff val="-6819"/>
                <a:lumOff val="-26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Quantitative Analysis</a:t>
          </a:r>
        </a:p>
      </dsp:txBody>
      <dsp:txXfrm>
        <a:off x="682325" y="1854433"/>
        <a:ext cx="3091225" cy="729569"/>
      </dsp:txXfrm>
    </dsp:sp>
    <dsp:sp modelId="{293557FE-39C8-4829-AA71-6A0156161A93}">
      <dsp:nvSpPr>
        <dsp:cNvPr id="0" name=""/>
        <dsp:cNvSpPr/>
      </dsp:nvSpPr>
      <dsp:spPr>
        <a:xfrm>
          <a:off x="991920" y="2747603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Integration</a:t>
          </a:r>
        </a:p>
      </dsp:txBody>
      <dsp:txXfrm>
        <a:off x="1014618" y="2770301"/>
        <a:ext cx="3086265" cy="729569"/>
      </dsp:txXfrm>
    </dsp:sp>
    <dsp:sp modelId="{38A1CE69-D77A-4DD5-B71E-69C68CFD5690}">
      <dsp:nvSpPr>
        <dsp:cNvPr id="0" name=""/>
        <dsp:cNvSpPr/>
      </dsp:nvSpPr>
      <dsp:spPr>
        <a:xfrm>
          <a:off x="3463955" y="593552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577294" y="593552"/>
        <a:ext cx="277049" cy="379055"/>
      </dsp:txXfrm>
    </dsp:sp>
    <dsp:sp modelId="{9815E547-344B-4533-8CA5-988B5D293BD0}">
      <dsp:nvSpPr>
        <dsp:cNvPr id="0" name=""/>
        <dsp:cNvSpPr/>
      </dsp:nvSpPr>
      <dsp:spPr>
        <a:xfrm>
          <a:off x="3796248" y="1509420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909587" y="1509420"/>
        <a:ext cx="277049" cy="379055"/>
      </dsp:txXfrm>
    </dsp:sp>
    <dsp:sp modelId="{6F80B7E8-F174-4714-8979-CAE2579B12F4}">
      <dsp:nvSpPr>
        <dsp:cNvPr id="0" name=""/>
        <dsp:cNvSpPr/>
      </dsp:nvSpPr>
      <dsp:spPr>
        <a:xfrm>
          <a:off x="4123582" y="2425288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236921" y="2425288"/>
        <a:ext cx="277049" cy="3790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14C32-040B-400B-9F0C-FEC9C170700D}">
      <dsp:nvSpPr>
        <dsp:cNvPr id="0" name=""/>
        <dsp:cNvSpPr/>
      </dsp:nvSpPr>
      <dsp:spPr>
        <a:xfrm>
          <a:off x="0" y="0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Collection: Post &amp; Survey</a:t>
          </a:r>
        </a:p>
      </dsp:txBody>
      <dsp:txXfrm>
        <a:off x="22698" y="22698"/>
        <a:ext cx="3065949" cy="729569"/>
      </dsp:txXfrm>
    </dsp:sp>
    <dsp:sp modelId="{88BD3104-CE78-43FD-B4AA-6EE668254B88}">
      <dsp:nvSpPr>
        <dsp:cNvPr id="0" name=""/>
        <dsp:cNvSpPr/>
      </dsp:nvSpPr>
      <dsp:spPr>
        <a:xfrm>
          <a:off x="332293" y="915867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451115"/>
                <a:satOff val="-3409"/>
                <a:lumOff val="-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51115"/>
                <a:satOff val="-3409"/>
                <a:lumOff val="-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51115"/>
                <a:satOff val="-3409"/>
                <a:lumOff val="-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Process</a:t>
          </a:r>
        </a:p>
      </dsp:txBody>
      <dsp:txXfrm>
        <a:off x="354991" y="938565"/>
        <a:ext cx="3086265" cy="729569"/>
      </dsp:txXfrm>
    </dsp:sp>
    <dsp:sp modelId="{E62E9251-A011-4A12-988D-7EC27376C33C}">
      <dsp:nvSpPr>
        <dsp:cNvPr id="0" name=""/>
        <dsp:cNvSpPr/>
      </dsp:nvSpPr>
      <dsp:spPr>
        <a:xfrm>
          <a:off x="659627" y="1831735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02230"/>
                <a:satOff val="-6819"/>
                <a:lumOff val="-26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902230"/>
                <a:satOff val="-6819"/>
                <a:lumOff val="-26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902230"/>
                <a:satOff val="-6819"/>
                <a:lumOff val="-26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Quantitative Analysis</a:t>
          </a:r>
        </a:p>
      </dsp:txBody>
      <dsp:txXfrm>
        <a:off x="682325" y="1854433"/>
        <a:ext cx="3091225" cy="729569"/>
      </dsp:txXfrm>
    </dsp:sp>
    <dsp:sp modelId="{293557FE-39C8-4829-AA71-6A0156161A93}">
      <dsp:nvSpPr>
        <dsp:cNvPr id="0" name=""/>
        <dsp:cNvSpPr/>
      </dsp:nvSpPr>
      <dsp:spPr>
        <a:xfrm>
          <a:off x="991920" y="2747603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Integration</a:t>
          </a:r>
        </a:p>
      </dsp:txBody>
      <dsp:txXfrm>
        <a:off x="1014618" y="2770301"/>
        <a:ext cx="3086265" cy="729569"/>
      </dsp:txXfrm>
    </dsp:sp>
    <dsp:sp modelId="{38A1CE69-D77A-4DD5-B71E-69C68CFD5690}">
      <dsp:nvSpPr>
        <dsp:cNvPr id="0" name=""/>
        <dsp:cNvSpPr/>
      </dsp:nvSpPr>
      <dsp:spPr>
        <a:xfrm>
          <a:off x="3463955" y="593552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577294" y="593552"/>
        <a:ext cx="277049" cy="379055"/>
      </dsp:txXfrm>
    </dsp:sp>
    <dsp:sp modelId="{9815E547-344B-4533-8CA5-988B5D293BD0}">
      <dsp:nvSpPr>
        <dsp:cNvPr id="0" name=""/>
        <dsp:cNvSpPr/>
      </dsp:nvSpPr>
      <dsp:spPr>
        <a:xfrm>
          <a:off x="3796248" y="1509420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909587" y="1509420"/>
        <a:ext cx="277049" cy="379055"/>
      </dsp:txXfrm>
    </dsp:sp>
    <dsp:sp modelId="{6F80B7E8-F174-4714-8979-CAE2579B12F4}">
      <dsp:nvSpPr>
        <dsp:cNvPr id="0" name=""/>
        <dsp:cNvSpPr/>
      </dsp:nvSpPr>
      <dsp:spPr>
        <a:xfrm>
          <a:off x="4123582" y="2425288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236921" y="2425288"/>
        <a:ext cx="277049" cy="3790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14C32-040B-400B-9F0C-FEC9C170700D}">
      <dsp:nvSpPr>
        <dsp:cNvPr id="0" name=""/>
        <dsp:cNvSpPr/>
      </dsp:nvSpPr>
      <dsp:spPr>
        <a:xfrm>
          <a:off x="0" y="0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Collection: Post &amp; Survey</a:t>
          </a:r>
        </a:p>
      </dsp:txBody>
      <dsp:txXfrm>
        <a:off x="22698" y="22698"/>
        <a:ext cx="3065949" cy="729569"/>
      </dsp:txXfrm>
    </dsp:sp>
    <dsp:sp modelId="{88BD3104-CE78-43FD-B4AA-6EE668254B88}">
      <dsp:nvSpPr>
        <dsp:cNvPr id="0" name=""/>
        <dsp:cNvSpPr/>
      </dsp:nvSpPr>
      <dsp:spPr>
        <a:xfrm>
          <a:off x="332293" y="915867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451115"/>
                <a:satOff val="-3409"/>
                <a:lumOff val="-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51115"/>
                <a:satOff val="-3409"/>
                <a:lumOff val="-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51115"/>
                <a:satOff val="-3409"/>
                <a:lumOff val="-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Process</a:t>
          </a:r>
        </a:p>
      </dsp:txBody>
      <dsp:txXfrm>
        <a:off x="354991" y="938565"/>
        <a:ext cx="3086265" cy="729569"/>
      </dsp:txXfrm>
    </dsp:sp>
    <dsp:sp modelId="{E62E9251-A011-4A12-988D-7EC27376C33C}">
      <dsp:nvSpPr>
        <dsp:cNvPr id="0" name=""/>
        <dsp:cNvSpPr/>
      </dsp:nvSpPr>
      <dsp:spPr>
        <a:xfrm>
          <a:off x="659627" y="1831735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02230"/>
                <a:satOff val="-6819"/>
                <a:lumOff val="-26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902230"/>
                <a:satOff val="-6819"/>
                <a:lumOff val="-26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902230"/>
                <a:satOff val="-6819"/>
                <a:lumOff val="-26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Quantitative Analysis</a:t>
          </a:r>
        </a:p>
      </dsp:txBody>
      <dsp:txXfrm>
        <a:off x="682325" y="1854433"/>
        <a:ext cx="3091225" cy="729569"/>
      </dsp:txXfrm>
    </dsp:sp>
    <dsp:sp modelId="{293557FE-39C8-4829-AA71-6A0156161A93}">
      <dsp:nvSpPr>
        <dsp:cNvPr id="0" name=""/>
        <dsp:cNvSpPr/>
      </dsp:nvSpPr>
      <dsp:spPr>
        <a:xfrm>
          <a:off x="991920" y="2747603"/>
          <a:ext cx="3967682" cy="774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Integration</a:t>
          </a:r>
        </a:p>
      </dsp:txBody>
      <dsp:txXfrm>
        <a:off x="1014618" y="2770301"/>
        <a:ext cx="3086265" cy="729569"/>
      </dsp:txXfrm>
    </dsp:sp>
    <dsp:sp modelId="{38A1CE69-D77A-4DD5-B71E-69C68CFD5690}">
      <dsp:nvSpPr>
        <dsp:cNvPr id="0" name=""/>
        <dsp:cNvSpPr/>
      </dsp:nvSpPr>
      <dsp:spPr>
        <a:xfrm>
          <a:off x="3463955" y="593552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577294" y="593552"/>
        <a:ext cx="277049" cy="379055"/>
      </dsp:txXfrm>
    </dsp:sp>
    <dsp:sp modelId="{9815E547-344B-4533-8CA5-988B5D293BD0}">
      <dsp:nvSpPr>
        <dsp:cNvPr id="0" name=""/>
        <dsp:cNvSpPr/>
      </dsp:nvSpPr>
      <dsp:spPr>
        <a:xfrm>
          <a:off x="3796248" y="1509420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909587" y="1509420"/>
        <a:ext cx="277049" cy="379055"/>
      </dsp:txXfrm>
    </dsp:sp>
    <dsp:sp modelId="{6F80B7E8-F174-4714-8979-CAE2579B12F4}">
      <dsp:nvSpPr>
        <dsp:cNvPr id="0" name=""/>
        <dsp:cNvSpPr/>
      </dsp:nvSpPr>
      <dsp:spPr>
        <a:xfrm>
          <a:off x="4123582" y="2425288"/>
          <a:ext cx="503727" cy="5037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236921" y="2425288"/>
        <a:ext cx="277049" cy="379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F1412-0FE8-4D08-BF21-6CDD684F786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6A901-2757-4B1E-B0E1-D1BBB539D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2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Hi everyone, I’m Shaoxiang Qu,</a:t>
            </a:r>
          </a:p>
          <a:p>
            <a:endParaRPr lang="en-US" altLang="zh-CN" b="1" dirty="0"/>
          </a:p>
          <a:p>
            <a:r>
              <a:rPr lang="en-US" altLang="zh-CN" b="1" dirty="0"/>
              <a:t>and my Signature Work’s title is official brand account advertising, a comparative study of Weibo and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52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discussing about details, let me just give a brief explanation about the background of the study.</a:t>
            </a:r>
          </a:p>
          <a:p>
            <a:endParaRPr lang="en-US" altLang="zh-C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today‘s globalized social media ecosystem, how can corporations communicate their advertising, efficiently across different platforms? </a:t>
            </a:r>
          </a:p>
          <a:p>
            <a:endParaRPr lang="en-US" altLang="zh-C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Should they deploy a uniformed, high frequency strategy for blanket coverage, </a:t>
            </a:r>
          </a:p>
          <a:p>
            <a:endParaRPr lang="en-US" altLang="zh-CN" sz="120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is it imperative to tailor the approach, diving deep into the unique culture and user habits of each platform?</a:t>
            </a:r>
          </a:p>
          <a:p>
            <a:endParaRPr lang="en-US" altLang="zh-C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answer this critical question, this research employs large-scale data analytics and in-depth user survey to conduct a systematic,</a:t>
            </a:r>
          </a:p>
          <a:p>
            <a:endParaRPr lang="en-US" altLang="zh-C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analysis of advertising strategies and user experience on China’s Weibo, versus international platform, X</a:t>
            </a:r>
            <a:endParaRPr lang="zh-CN" alt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b="1" dirty="0"/>
          </a:p>
          <a:p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123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D432-0370-7515-27E3-9B261949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8ADD8-B475-C39C-4D75-A2C85399D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81308-6CC2-DCDC-4453-536FB6C7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Despite their global importance,</a:t>
            </a:r>
          </a:p>
          <a:p>
            <a:endParaRPr lang="en-US" altLang="zh-CN" b="1" dirty="0"/>
          </a:p>
          <a:p>
            <a:r>
              <a:rPr lang="en-US" altLang="zh-CN" b="1" dirty="0"/>
              <a:t>we lack a clear comparative understanding of how corporations advertise on these platforms, and how users truly perceive them.</a:t>
            </a:r>
          </a:p>
          <a:p>
            <a:endParaRPr lang="en-US" altLang="zh-CN" b="1" dirty="0"/>
          </a:p>
          <a:p>
            <a:r>
              <a:rPr lang="en-US" altLang="zh-CN" b="1" dirty="0"/>
              <a:t>For example, studies by de Vries et al. only focus on brand fan page behaviors on Facebook, without comparative perspectives.</a:t>
            </a:r>
          </a:p>
          <a:p>
            <a:endParaRPr lang="en-US" altLang="zh-CN" b="1" dirty="0"/>
          </a:p>
          <a:p>
            <a:r>
              <a:rPr lang="en-US" altLang="zh-CN" b="1" dirty="0"/>
              <a:t>While study by Shi and Wan focus on content characteristics of Firm-Generated Advertisements like language play, emojis, and contextual visuals on Weibo and X.</a:t>
            </a:r>
          </a:p>
          <a:p>
            <a:endParaRPr lang="en-US" altLang="zh-CN" b="1" dirty="0"/>
          </a:p>
          <a:p>
            <a:r>
              <a:rPr lang="en-US" altLang="zh-CN" b="1" dirty="0"/>
              <a:t>And in conclusion, comprehensive understanding that links them</a:t>
            </a:r>
          </a:p>
          <a:p>
            <a:endParaRPr lang="en-US" altLang="zh-CN" b="1" dirty="0"/>
          </a:p>
          <a:p>
            <a:r>
              <a:rPr lang="en-US" altLang="zh-CN" b="1" dirty="0"/>
              <a:t>to large-scale behavioral data and user perception is still lacking</a:t>
            </a:r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46F9-BEE9-89DD-E09A-0AA14D335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53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My study is designed to fill this gap, and it is guided by 3 core questions</a:t>
            </a:r>
          </a:p>
          <a:p>
            <a:endParaRPr lang="en-US" altLang="zh-CN" b="1" dirty="0"/>
          </a:p>
          <a:p>
            <a:r>
              <a:rPr lang="en-US" altLang="zh-CN" b="1" dirty="0"/>
              <a:t>First, what are the quantitative differences in promotional content frequency?</a:t>
            </a:r>
          </a:p>
          <a:p>
            <a:endParaRPr lang="en-US" altLang="zh-CN" b="1" dirty="0"/>
          </a:p>
          <a:p>
            <a:r>
              <a:rPr lang="en-US" altLang="zh-CN" b="1" dirty="0"/>
              <a:t>Second, what temporal patterns govern this content?</a:t>
            </a:r>
          </a:p>
          <a:p>
            <a:endParaRPr lang="en-US" altLang="zh-CN" b="1" dirty="0"/>
          </a:p>
          <a:p>
            <a:r>
              <a:rPr lang="en-US" altLang="zh-CN" b="1" dirty="0"/>
              <a:t>And third, and most importantly, how do these objective metrics correlate with subjective user experience? 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026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To answer these questions, we employed a sequential explanatory mixed methods design.</a:t>
            </a:r>
          </a:p>
          <a:p>
            <a:endParaRPr lang="en-US" altLang="zh-CN" b="1" dirty="0"/>
          </a:p>
          <a:p>
            <a:r>
              <a:rPr lang="en-US" altLang="zh-CN" b="1" dirty="0"/>
              <a:t>The first phase was a large-scale quantitative analysis,</a:t>
            </a:r>
          </a:p>
          <a:p>
            <a:endParaRPr lang="en-US" altLang="zh-CN" b="1" dirty="0"/>
          </a:p>
          <a:p>
            <a:r>
              <a:rPr lang="en-US" altLang="zh-CN" b="1" dirty="0"/>
              <a:t>using custom build ethical web scrapers.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43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4A23-6E19-61CE-1A62-7EA917D2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B98AB-3AD7-D249-A6D2-EE83C80E3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B424B-879D-EEF2-B348-62B1AF812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I collected a full year for data from 189 Weibo, and 166 X verified corporate accounts,</a:t>
            </a:r>
          </a:p>
          <a:p>
            <a:endParaRPr lang="en-US" altLang="zh-CN" b="1" dirty="0"/>
          </a:p>
          <a:p>
            <a:r>
              <a:rPr lang="en-US" altLang="zh-CN" b="1" dirty="0"/>
              <a:t>across 9 industries.</a:t>
            </a:r>
          </a:p>
          <a:p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/>
              <a:t>They are Technology/Internet, E-commerce/Retail, Automotive, Gaming, FMCG/Food &amp; Beverage, Catering/Restaurants, Finance/Payment, Entertainment/Film &amp; TV, and Fashion/Beauty.</a:t>
            </a:r>
            <a:endParaRPr lang="zh-CN" altLang="en-US" b="1" dirty="0"/>
          </a:p>
          <a:p>
            <a:endParaRPr lang="en-US" altLang="zh-CN" b="1" dirty="0"/>
          </a:p>
          <a:p>
            <a:r>
              <a:rPr lang="en-US" altLang="zh-CN" b="1" dirty="0"/>
              <a:t>The result is a robust data set of over three hundred and forty thousand posts, where Weibo has approximately two hundred and nighty-three thousand posts,</a:t>
            </a:r>
          </a:p>
          <a:p>
            <a:endParaRPr lang="en-US" altLang="zh-CN" b="1" dirty="0"/>
          </a:p>
          <a:p>
            <a:r>
              <a:rPr lang="en-US" altLang="zh-CN" b="1" dirty="0"/>
              <a:t>and X has about forty-three thousand and five hundred posts. </a:t>
            </a:r>
          </a:p>
          <a:p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7AD5F-050E-1A13-9F19-1D7365C09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59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AF5F-ADAB-FD79-599B-751D69A1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68C5A-5579-F089-D815-E8C2A905C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1F0F-9F60-B098-9C8C-0D783B6A3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The second phase was a quantitative user experience analysis.</a:t>
            </a:r>
          </a:p>
          <a:p>
            <a:endParaRPr lang="en-US" altLang="zh-CN" b="1" dirty="0"/>
          </a:p>
          <a:p>
            <a:r>
              <a:rPr lang="en-US" altLang="zh-CN" b="1" dirty="0"/>
              <a:t>I designed and administrated a bilingual survey and deployed among DKU faculty and students.</a:t>
            </a:r>
          </a:p>
          <a:p>
            <a:endParaRPr lang="en-US" altLang="zh-CN" b="1" dirty="0"/>
          </a:p>
          <a:p>
            <a:r>
              <a:rPr lang="en-US" altLang="zh-CN" b="1" dirty="0"/>
              <a:t>The particular participant selection is due to the unique advantage of DKU faculty and students that,</a:t>
            </a:r>
          </a:p>
          <a:p>
            <a:endParaRPr lang="en-US" altLang="zh-CN" b="1" dirty="0"/>
          </a:p>
          <a:p>
            <a:r>
              <a:rPr lang="en-US" altLang="zh-CN" b="1" dirty="0"/>
              <a:t>it is more possible that they have used both platforms.</a:t>
            </a:r>
          </a:p>
          <a:p>
            <a:endParaRPr lang="en-US" altLang="zh-CN" b="1" dirty="0"/>
          </a:p>
          <a:p>
            <a:r>
              <a:rPr lang="en-US" altLang="zh-CN" b="1" dirty="0"/>
              <a:t>The survey got 98 active users’ respond,</a:t>
            </a:r>
          </a:p>
          <a:p>
            <a:endParaRPr lang="en-US" altLang="zh-CN" b="1" dirty="0"/>
          </a:p>
          <a:p>
            <a:r>
              <a:rPr lang="en-US" altLang="zh-CN" b="1" dirty="0"/>
              <a:t>and gives me the opportunity to directly link their perceptions,</a:t>
            </a:r>
          </a:p>
          <a:p>
            <a:endParaRPr lang="en-US" altLang="zh-CN" b="1" dirty="0"/>
          </a:p>
          <a:p>
            <a:r>
              <a:rPr lang="en-US" altLang="zh-CN" b="1" dirty="0"/>
              <a:t>to the corporate accounts’ posting behavior we measured.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225EE-A132-D91B-79AA-D470D7856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062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88DE-46E4-D196-5CA2-D4B2AD00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2B6DC-CFE7-D97C-22BA-30092668A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8FF2E-BED5-8790-A24E-701030F93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Then, I performed data process, which include data cleaning, time feature extraction, and data integration to directly compare them.</a:t>
            </a:r>
          </a:p>
          <a:p>
            <a:endParaRPr lang="en-US" altLang="zh-CN" b="1" dirty="0"/>
          </a:p>
          <a:p>
            <a:r>
              <a:rPr lang="en-US" altLang="zh-CN" b="1" dirty="0"/>
              <a:t>Data analysis happens after that, along with creating visualization charts and data reports.</a:t>
            </a:r>
          </a:p>
          <a:p>
            <a:endParaRPr lang="en-US" altLang="zh-CN" b="1" dirty="0"/>
          </a:p>
          <a:p>
            <a:r>
              <a:rPr lang="en-US" altLang="zh-CN" b="1" dirty="0"/>
              <a:t>The final part is integration analysis of the charts and the reports.</a:t>
            </a:r>
          </a:p>
          <a:p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022BC-643A-25F4-6276-32B0A1224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21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98F6-DDB1-271E-302C-831DD5E80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CECE3-9464-F66D-1ADD-D33BE4AF5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399F3-D35C-908E-1791-E765014A3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The findings revolved 2 fundamentally different digital ecosystems.</a:t>
            </a:r>
          </a:p>
          <a:p>
            <a:endParaRPr lang="en-US" altLang="zh-CN" b="1" dirty="0"/>
          </a:p>
          <a:p>
            <a:r>
              <a:rPr lang="en-US" altLang="zh-CN" b="1" dirty="0"/>
              <a:t>Weibo has a high velocity, event driven model,</a:t>
            </a:r>
          </a:p>
          <a:p>
            <a:endParaRPr lang="en-US" altLang="zh-CN" b="1" dirty="0"/>
          </a:p>
          <a:p>
            <a:r>
              <a:rPr lang="en-US" altLang="zh-CN" b="1" dirty="0"/>
              <a:t>with an average of 803 posts per day, which is over 6 times the volume on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5B5F7-ED67-39C3-D662-8C382ADD9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424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And during certain period,</a:t>
            </a:r>
          </a:p>
          <a:p>
            <a:endParaRPr lang="en-US" altLang="zh-CN" b="1" dirty="0"/>
          </a:p>
          <a:p>
            <a:r>
              <a:rPr lang="en-US" altLang="zh-CN" b="1" dirty="0"/>
              <a:t>for example, Single’s Day, a commercial festival in China, around November,</a:t>
            </a:r>
          </a:p>
          <a:p>
            <a:endParaRPr lang="en-US" altLang="zh-CN" b="1" dirty="0"/>
          </a:p>
          <a:p>
            <a:r>
              <a:rPr lang="en-US" altLang="zh-CN" b="1" dirty="0"/>
              <a:t>or homecoming season around September,</a:t>
            </a:r>
          </a:p>
          <a:p>
            <a:endParaRPr lang="en-US" altLang="zh-CN" b="1" dirty="0"/>
          </a:p>
          <a:p>
            <a:r>
              <a:rPr lang="en-US" altLang="zh-CN" b="1" dirty="0"/>
              <a:t>some industries like retail and fashion would have an extreme increase of posting volumes,</a:t>
            </a:r>
          </a:p>
          <a:p>
            <a:endParaRPr lang="en-US" altLang="zh-CN" b="1" dirty="0"/>
          </a:p>
          <a:p>
            <a:r>
              <a:rPr lang="en-US" altLang="zh-CN" b="1" dirty="0"/>
              <a:t>as you can see from the graphs.</a:t>
            </a:r>
          </a:p>
          <a:p>
            <a:endParaRPr lang="en-US" altLang="zh-CN" b="1" dirty="0"/>
          </a:p>
          <a:p>
            <a:r>
              <a:rPr lang="en-US" altLang="zh-CN" b="1" dirty="0"/>
              <a:t>So, from left to right, it’s August 2024 to August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307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27A7-A356-11E1-5EE0-07503F4E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688BE-82F9-3172-D0F8-7F2B5EADE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AEE4F-90D0-86AB-8BC5-143682BC5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The disparity of posting volume is most extreme in sectors like E-commerce / Retail and Food.</a:t>
            </a:r>
          </a:p>
          <a:p>
            <a:endParaRPr lang="en-US" altLang="zh-CN" b="1" dirty="0"/>
          </a:p>
          <a:p>
            <a:r>
              <a:rPr lang="en-US" altLang="zh-CN" b="1" dirty="0"/>
              <a:t>Which show about 26 to 27 to 1 preference for Weibo.</a:t>
            </a:r>
          </a:p>
          <a:p>
            <a:endParaRPr lang="en-US" altLang="zh-CN" b="1" dirty="0"/>
          </a:p>
          <a:p>
            <a:r>
              <a:rPr lang="en-US" altLang="zh-CN" b="1" dirty="0"/>
              <a:t>This finding, along with the result from the survey, leads us to a core discovery of the study,</a:t>
            </a:r>
          </a:p>
          <a:p>
            <a:endParaRPr lang="en-US" altLang="zh-CN" b="1" dirty="0"/>
          </a:p>
          <a:p>
            <a:r>
              <a:rPr lang="en-US" altLang="zh-CN" b="1" dirty="0"/>
              <a:t>the perception volume paradox.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BADE7-98CE-02D0-47E0-FE6968990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17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600A0-7A4B-20FF-9663-D8A85D78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ED7BA-B1E9-0D38-D4D5-2272DB697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9903-36F1-115F-D18F-ED65C9918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While Weibo’s high volume of posts makes ads as more noticeable. </a:t>
            </a:r>
          </a:p>
          <a:p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It also correlates with significantly more negative user sentiment.</a:t>
            </a:r>
          </a:p>
          <a:p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41 percent of Weibo users report in nectar attitudes,</a:t>
            </a:r>
          </a:p>
          <a:p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compared to only 27 percent on X</a:t>
            </a:r>
          </a:p>
          <a:p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Simply put, higher exposure does not equal to higher acceptance.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C6F4B-C8F1-3D59-3554-662BACDF9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606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So, what does this paradox tells us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For platforms like Weibo.</a:t>
            </a:r>
          </a:p>
          <a:p>
            <a:endParaRPr lang="en-US" altLang="zh-CN" b="1" dirty="0"/>
          </a:p>
          <a:p>
            <a:r>
              <a:rPr lang="en-US" altLang="zh-CN" b="1" dirty="0"/>
              <a:t>The goal isn't necessary to reduce volume,</a:t>
            </a:r>
          </a:p>
          <a:p>
            <a:endParaRPr lang="en-US" altLang="zh-CN" b="1" dirty="0"/>
          </a:p>
          <a:p>
            <a:r>
              <a:rPr lang="en-US" altLang="zh-CN" b="1" dirty="0"/>
              <a:t>but to develop smarter algorithms, and reduce user fatigue during high intensity events</a:t>
            </a:r>
          </a:p>
          <a:p>
            <a:endParaRPr lang="en-US" altLang="zh-CN" b="1" dirty="0"/>
          </a:p>
          <a:p>
            <a:r>
              <a:rPr lang="en-US" altLang="zh-CN" b="1" dirty="0"/>
              <a:t>For global brands, this is an alert that they may shouldn’t use the same strategy across different social media platforms.</a:t>
            </a:r>
          </a:p>
          <a:p>
            <a:endParaRPr lang="en-US" altLang="zh-CN" b="1" dirty="0"/>
          </a:p>
          <a:p>
            <a:r>
              <a:rPr lang="en-US" altLang="zh-CN" b="1" dirty="0"/>
              <a:t>A high frequency, always on approach is needed for Weibo,</a:t>
            </a:r>
          </a:p>
          <a:p>
            <a:endParaRPr lang="en-US" altLang="zh-CN" b="1" dirty="0"/>
          </a:p>
          <a:p>
            <a:r>
              <a:rPr lang="en-US" altLang="zh-CN" b="1" dirty="0"/>
              <a:t>while a quality over quantity strategy is more effective on x.</a:t>
            </a:r>
          </a:p>
          <a:p>
            <a:endParaRPr lang="en-US" altLang="zh-CN" b="1" dirty="0"/>
          </a:p>
          <a:p>
            <a:r>
              <a:rPr lang="en-US" altLang="zh-CN" b="1" dirty="0"/>
              <a:t>And for advertisers, our survey shows that dynamic videos and vibrant videos are most effective sensory elements.</a:t>
            </a:r>
          </a:p>
          <a:p>
            <a:endParaRPr lang="en-US" altLang="zh-CN" b="1" dirty="0"/>
          </a:p>
          <a:p>
            <a:r>
              <a:rPr lang="en-US" altLang="zh-CN" b="1" dirty="0"/>
              <a:t>The key is investing in creative quality, not just inflationary quantity. 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808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368F-261B-80CF-695B-4EE73B2C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7DAE6-BD9B-99E3-2546-F333ECC5B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A872E-785D-DEA6-72DB-2FB7AAAC5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Then, here are some limitations of my study.</a:t>
            </a:r>
          </a:p>
          <a:p>
            <a:endParaRPr lang="en-US" altLang="zh-CN" b="1" dirty="0"/>
          </a:p>
          <a:p>
            <a:r>
              <a:rPr lang="en-US" altLang="zh-CN" b="1" dirty="0"/>
              <a:t>The user survey has a relatively small sample size, while providing valuable qualitative insights, </a:t>
            </a:r>
          </a:p>
          <a:p>
            <a:endParaRPr lang="en-US" altLang="zh-CN" b="1" dirty="0"/>
          </a:p>
          <a:p>
            <a:r>
              <a:rPr lang="en-US" altLang="zh-CN" b="1" dirty="0"/>
              <a:t>still makes it hard to generalize this perceptual findings, to broader platform populations.</a:t>
            </a:r>
          </a:p>
          <a:p>
            <a:endParaRPr lang="en-US" altLang="zh-CN" b="1" dirty="0"/>
          </a:p>
          <a:p>
            <a:r>
              <a:rPr lang="en-US" altLang="zh-CN" b="1" dirty="0"/>
              <a:t>Additionally, the analysis of corporate posting behavior was based on a set of 355 verified accounts across nine sectors.</a:t>
            </a:r>
          </a:p>
          <a:p>
            <a:endParaRPr lang="en-US" altLang="zh-CN" b="1" dirty="0"/>
          </a:p>
          <a:p>
            <a:r>
              <a:rPr lang="en-US" altLang="zh-CN" b="1" dirty="0"/>
              <a:t>While this sample represents key industries and maintains methodological consistency,</a:t>
            </a:r>
          </a:p>
          <a:p>
            <a:endParaRPr lang="en-US" altLang="zh-CN" b="1" dirty="0"/>
          </a:p>
          <a:p>
            <a:r>
              <a:rPr lang="en-US" altLang="zh-CN" b="1" dirty="0"/>
              <a:t>it does not encompass the entirety of corporate communication on these platforms. </a:t>
            </a:r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A0F4-EAEE-2DED-82E1-E3EDEF24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690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39DD-E382-F9B0-D3B5-FC82C5B7B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DC1EA-9359-E7B1-216D-950644CC8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ECC7E-EDBB-B7E2-82B2-06B354ABC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And to build upon this study, future work could include the following methods:</a:t>
            </a:r>
          </a:p>
          <a:p>
            <a:endParaRPr lang="en-US" altLang="zh-CN" b="1" dirty="0"/>
          </a:p>
          <a:p>
            <a:r>
              <a:rPr lang="en-US" altLang="zh-CN" b="1" dirty="0"/>
              <a:t>First, employ a in-depth Content and Sentiment Analysis, using Natural Language Processing tools.</a:t>
            </a:r>
          </a:p>
          <a:p>
            <a:endParaRPr lang="en-US" altLang="zh-CN" b="1" dirty="0"/>
          </a:p>
          <a:p>
            <a:r>
              <a:rPr lang="en-US" altLang="zh-CN" b="1" dirty="0"/>
              <a:t>Second, analyze images and videos, within posts, to investigate how visual elements,</a:t>
            </a:r>
          </a:p>
          <a:p>
            <a:endParaRPr lang="en-US" altLang="zh-CN" b="1" dirty="0"/>
          </a:p>
          <a:p>
            <a:r>
              <a:rPr lang="en-US" altLang="zh-CN" b="1" dirty="0"/>
              <a:t>combined with text, shape user engagement, and advertising perception.</a:t>
            </a:r>
          </a:p>
          <a:p>
            <a:endParaRPr lang="en-US" altLang="zh-CN" b="1" dirty="0"/>
          </a:p>
          <a:p>
            <a:r>
              <a:rPr lang="en-US" altLang="zh-CN" b="1" dirty="0"/>
              <a:t>Third, broaden the research to include a more diverse set, of social media platforms,</a:t>
            </a:r>
          </a:p>
          <a:p>
            <a:endParaRPr lang="en-US" altLang="zh-CN" b="1" dirty="0"/>
          </a:p>
          <a:p>
            <a:r>
              <a:rPr lang="en-US" altLang="zh-CN" b="1" dirty="0"/>
              <a:t>while collect more posting data, and user feeling data to generalize the current findings.</a:t>
            </a:r>
          </a:p>
          <a:p>
            <a:endParaRPr lang="en-US" altLang="zh-CN" b="1" dirty="0"/>
          </a:p>
          <a:p>
            <a:r>
              <a:rPr lang="en-US" altLang="zh-CN" b="1" dirty="0"/>
              <a:t>Finally, explore how platform recommendation algorithms modulate the visibility of corporate content,</a:t>
            </a:r>
          </a:p>
          <a:p>
            <a:endParaRPr lang="en-US" altLang="zh-CN" b="1" dirty="0"/>
          </a:p>
          <a:p>
            <a:r>
              <a:rPr lang="en-US" altLang="zh-CN" b="1" dirty="0"/>
              <a:t>and subsequently shape user perception and behavior,</a:t>
            </a:r>
          </a:p>
          <a:p>
            <a:endParaRPr lang="en-US" altLang="zh-CN" b="1" dirty="0"/>
          </a:p>
          <a:p>
            <a:r>
              <a:rPr lang="en-US" altLang="zh-CN" b="1" dirty="0"/>
              <a:t>potentially through user studies. </a:t>
            </a:r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F8522-A9DC-0BC6-B51D-44C6F74CE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726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Signature Work project has profoundly shaped my academic and professional trajectory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prepared me for the realities of data science work, beyond academia.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skills I've honed, technical adaptability, methodological creativity, and contextual interpretation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continue to guide me, to approach to complex problems,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after I graduate from DKU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680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And this is the end of my presentation,</a:t>
            </a:r>
          </a:p>
          <a:p>
            <a:endParaRPr lang="en-US" altLang="zh-CN" b="1" dirty="0"/>
          </a:p>
          <a:p>
            <a:r>
              <a:rPr lang="en-US" altLang="zh-CN" b="1" dirty="0"/>
              <a:t>I’d like to thank my mentor Long Jiang for all his assistance,</a:t>
            </a:r>
          </a:p>
          <a:p>
            <a:endParaRPr lang="en-US" altLang="zh-CN" b="1" dirty="0"/>
          </a:p>
          <a:p>
            <a:r>
              <a:rPr lang="en-US" altLang="zh-CN" b="1" dirty="0"/>
              <a:t>and all the survey participants.</a:t>
            </a:r>
          </a:p>
          <a:p>
            <a:endParaRPr lang="en-US" altLang="zh-CN" b="1" dirty="0"/>
          </a:p>
          <a:p>
            <a:r>
              <a:rPr lang="en-US" altLang="zh-CN" b="1" dirty="0"/>
              <a:t>Thank you for listening.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6A901-2757-4B1E-B0E1-D1BBB539DF8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38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4829695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479" y="1338496"/>
            <a:ext cx="9836728" cy="930879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477" y="3638453"/>
            <a:ext cx="9803476" cy="54285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005C018-3C11-A344-A572-3676835CD0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8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4829695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479" y="1338496"/>
            <a:ext cx="9836728" cy="930879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477" y="3638453"/>
            <a:ext cx="9803476" cy="54285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5E46E28-8AAC-5B4E-AB7D-341D0472F7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7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页样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6"/>
          <p:cNvSpPr/>
          <p:nvPr/>
        </p:nvSpPr>
        <p:spPr>
          <a:xfrm>
            <a:off x="0" y="1587500"/>
            <a:ext cx="12192000" cy="3200400"/>
          </a:xfrm>
          <a:prstGeom prst="rect">
            <a:avLst/>
          </a:prstGeom>
          <a:solidFill>
            <a:srgbClr val="003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latin typeface="Calibri" charset="0"/>
              <a:ea typeface="宋体" charset="0"/>
              <a:cs typeface="宋体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303" y="2890148"/>
            <a:ext cx="7824469" cy="77576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BEBEE6F-A61F-C94B-A04B-D349F3EAC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CA4D4AF9-2371-AC4B-BA64-852E844943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" y="0"/>
            <a:ext cx="7239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2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页样式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6"/>
          <p:cNvSpPr/>
          <p:nvPr/>
        </p:nvSpPr>
        <p:spPr>
          <a:xfrm>
            <a:off x="0" y="1587500"/>
            <a:ext cx="12192000" cy="3200400"/>
          </a:xfrm>
          <a:prstGeom prst="rect">
            <a:avLst/>
          </a:prstGeom>
          <a:solidFill>
            <a:srgbClr val="016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latin typeface="Calibri" charset="0"/>
              <a:ea typeface="宋体" charset="0"/>
              <a:cs typeface="宋体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303" y="2890148"/>
            <a:ext cx="7824469" cy="77576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265D4F5-8A7E-A545-823D-872343559C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A4085ED0-F970-8A48-8FBE-09CF3DF5E2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" y="0"/>
            <a:ext cx="7239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3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样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>
            <a:noAutofit/>
          </a:bodyPr>
          <a:lstStyle>
            <a:lvl1pPr>
              <a:defRPr sz="36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1556"/>
            <a:ext cx="10515600" cy="3682540"/>
          </a:xfrm>
        </p:spPr>
        <p:txBody>
          <a:bodyPr/>
          <a:lstStyle>
            <a:lvl1pPr marL="0" indent="0">
              <a:buNone/>
              <a:defRPr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25C8EA93-9DB8-3840-A010-BE156CCCAB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D08A876-BFD3-4649-811C-4BE6E5224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" y="0"/>
            <a:ext cx="7239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1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样式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>
            <a:noAutofit/>
          </a:bodyPr>
          <a:lstStyle>
            <a:lvl1pPr>
              <a:defRPr sz="36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85259"/>
            <a:ext cx="10515600" cy="3158837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819152" y="1903845"/>
            <a:ext cx="10585449" cy="5238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rgbClr val="003B81"/>
                </a:solidFill>
              </a:defRPr>
            </a:lvl2pPr>
            <a:lvl3pPr>
              <a:defRPr>
                <a:solidFill>
                  <a:srgbClr val="003B81"/>
                </a:solidFill>
              </a:defRPr>
            </a:lvl3pPr>
            <a:lvl4pPr>
              <a:defRPr>
                <a:solidFill>
                  <a:srgbClr val="003B81"/>
                </a:solidFill>
              </a:defRPr>
            </a:lvl4pPr>
            <a:lvl5pPr>
              <a:defRPr>
                <a:solidFill>
                  <a:srgbClr val="003B8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7D1CBCB-CA66-5244-83F2-06A1D19B6C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C0E0640A-1A2D-8B48-8E88-5A10CE525D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" y="0"/>
            <a:ext cx="7239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6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>
            <a:noAutofit/>
          </a:bodyPr>
          <a:lstStyle>
            <a:lvl1pPr>
              <a:defRPr sz="36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585259"/>
            <a:ext cx="5058295" cy="3158837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819152" y="1903845"/>
            <a:ext cx="10585449" cy="5238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rgbClr val="003B81"/>
                </a:solidFill>
              </a:defRPr>
            </a:lvl2pPr>
            <a:lvl3pPr>
              <a:defRPr>
                <a:solidFill>
                  <a:srgbClr val="003B81"/>
                </a:solidFill>
              </a:defRPr>
            </a:lvl3pPr>
            <a:lvl4pPr>
              <a:defRPr>
                <a:solidFill>
                  <a:srgbClr val="003B81"/>
                </a:solidFill>
              </a:defRPr>
            </a:lvl4pPr>
            <a:lvl5pPr>
              <a:defRPr>
                <a:solidFill>
                  <a:srgbClr val="003B8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SmartArt 占位符 5"/>
          <p:cNvSpPr>
            <a:spLocks noGrp="1"/>
          </p:cNvSpPr>
          <p:nvPr>
            <p:ph type="dgm" sz="quarter" idx="11"/>
          </p:nvPr>
        </p:nvSpPr>
        <p:spPr>
          <a:xfrm>
            <a:off x="7182196" y="3133899"/>
            <a:ext cx="3347259" cy="2136371"/>
          </a:xfr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icon to add SmartArt graphic</a:t>
            </a:r>
            <a:endParaRPr lang="zh-CN" altLang="en-US" noProof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D0F12DD-8F7C-EA47-BD66-DF4D53258E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957C22CF-861C-4349-BF6A-E569ABF04F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" y="0"/>
            <a:ext cx="7239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0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 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>
            <a:noAutofit/>
          </a:bodyPr>
          <a:lstStyle>
            <a:lvl1pPr>
              <a:defRPr sz="36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585259"/>
            <a:ext cx="5058295" cy="3158837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819152" y="1903845"/>
            <a:ext cx="10585449" cy="5238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rgbClr val="003B81"/>
                </a:solidFill>
              </a:defRPr>
            </a:lvl2pPr>
            <a:lvl3pPr>
              <a:defRPr>
                <a:solidFill>
                  <a:srgbClr val="003B81"/>
                </a:solidFill>
              </a:defRPr>
            </a:lvl3pPr>
            <a:lvl4pPr>
              <a:defRPr>
                <a:solidFill>
                  <a:srgbClr val="003B81"/>
                </a:solidFill>
              </a:defRPr>
            </a:lvl4pPr>
            <a:lvl5pPr>
              <a:defRPr>
                <a:solidFill>
                  <a:srgbClr val="003B8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6117167" y="2586039"/>
            <a:ext cx="5276851" cy="3157537"/>
          </a:xfr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3301B15-9A2B-1A49-BA3A-6FDB7ABE6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1" y="5830321"/>
            <a:ext cx="1962979" cy="639878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6015599E-B7D8-434B-AD11-DA8F5B194E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" y="0"/>
            <a:ext cx="7239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9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2335242"/>
            <a:ext cx="10515600" cy="1325563"/>
          </a:xfrm>
        </p:spPr>
        <p:txBody>
          <a:bodyPr/>
          <a:lstStyle>
            <a:lvl1pPr algn="ctr">
              <a:defRPr>
                <a:solidFill>
                  <a:srgbClr val="003B8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5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3BC4037D-198D-7145-B48D-1E411A485D91}" type="datetimeFigureOut">
              <a:rPr lang="zh-CN" altLang="en-US"/>
              <a:pPr/>
              <a:t>2025/11/23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4FF5DF00-D922-BC43-8C56-82E5C858CEC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宋体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cs typeface="宋体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cs typeface="宋体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cs typeface="宋体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cs typeface="宋体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宋体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宋体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宋体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宋体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占位符 1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4829175"/>
          </a:xfrm>
        </p:spPr>
      </p:pic>
      <p:sp>
        <p:nvSpPr>
          <p:cNvPr id="2" name="矩形 1"/>
          <p:cNvSpPr/>
          <p:nvPr/>
        </p:nvSpPr>
        <p:spPr>
          <a:xfrm>
            <a:off x="1" y="1143000"/>
            <a:ext cx="9496426" cy="2266950"/>
          </a:xfrm>
          <a:prstGeom prst="rect">
            <a:avLst/>
          </a:prstGeom>
          <a:solidFill>
            <a:srgbClr val="BDD7E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latin typeface="Calibri" charset="0"/>
              <a:ea typeface="宋体" charset="0"/>
              <a:cs typeface="宋体" charset="0"/>
            </a:endParaRPr>
          </a:p>
        </p:txBody>
      </p:sp>
      <p:sp>
        <p:nvSpPr>
          <p:cNvPr id="4100" name="标题 6"/>
          <p:cNvSpPr>
            <a:spLocks noGrp="1"/>
          </p:cNvSpPr>
          <p:nvPr>
            <p:ph type="ctrTitle"/>
          </p:nvPr>
        </p:nvSpPr>
        <p:spPr>
          <a:xfrm>
            <a:off x="466346" y="1143000"/>
            <a:ext cx="8895768" cy="159181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  <a:t>OFFICIAL BRAND ACCOUNT ADVERTISING:</a:t>
            </a:r>
            <a:br>
              <a:rPr lang="en-US" altLang="zh-CN" sz="3600" b="1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</a:br>
            <a:r>
              <a:rPr lang="en-US" altLang="zh-CN" sz="3600" b="1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  <a:t>A COMPARATIVE STUDY OF WEIBO AND X</a:t>
            </a:r>
            <a:endParaRPr lang="zh-CN" altLang="en-US" b="1" dirty="0">
              <a:solidFill>
                <a:srgbClr val="002060"/>
              </a:solidFill>
              <a:cs typeface="微软雅黑" charset="0"/>
            </a:endParaRPr>
          </a:p>
        </p:txBody>
      </p:sp>
      <p:sp>
        <p:nvSpPr>
          <p:cNvPr id="4101" name="副标题 7"/>
          <p:cNvSpPr>
            <a:spLocks noGrp="1"/>
          </p:cNvSpPr>
          <p:nvPr>
            <p:ph type="subTitle" idx="1"/>
          </p:nvPr>
        </p:nvSpPr>
        <p:spPr>
          <a:xfrm>
            <a:off x="466346" y="2635748"/>
            <a:ext cx="7378700" cy="774202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  <a:t>Friday, November 28</a:t>
            </a:r>
            <a:r>
              <a:rPr lang="en-US" altLang="zh-CN" sz="2000" b="1" baseline="30000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  <a:t>th</a:t>
            </a:r>
            <a:r>
              <a:rPr lang="en-US" altLang="zh-CN" sz="2000" b="1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  <a:t> 2025</a:t>
            </a:r>
            <a:endParaRPr lang="en-US" altLang="zh-CN" sz="2000" b="1" baseline="30000" dirty="0">
              <a:solidFill>
                <a:srgbClr val="000090"/>
              </a:solidFill>
              <a:latin typeface="Calibri"/>
              <a:ea typeface="微软雅黑" charset="0"/>
              <a:cs typeface="Calibri"/>
            </a:endParaRPr>
          </a:p>
          <a:p>
            <a:r>
              <a:rPr lang="en-US" altLang="zh-CN" sz="2000" b="1" baseline="30000" dirty="0">
                <a:solidFill>
                  <a:srgbClr val="000090"/>
                </a:solidFill>
                <a:latin typeface="Calibri"/>
                <a:ea typeface="微软雅黑" charset="0"/>
                <a:cs typeface="Calibri"/>
              </a:rPr>
              <a:t>Presenter: Shaoxiang Qu</a:t>
            </a:r>
            <a:endParaRPr lang="zh-CN" altLang="en-US" sz="2000" b="1" dirty="0">
              <a:solidFill>
                <a:srgbClr val="000090"/>
              </a:solidFill>
              <a:latin typeface="Calibri"/>
              <a:ea typeface="微软雅黑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48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A941DF0D-847E-C796-EC01-00BB7809EB64}"/>
              </a:ext>
            </a:extLst>
          </p:cNvPr>
          <p:cNvSpPr txBox="1">
            <a:spLocks/>
          </p:cNvSpPr>
          <p:nvPr/>
        </p:nvSpPr>
        <p:spPr bwMode="auto">
          <a:xfrm>
            <a:off x="3087688" y="664473"/>
            <a:ext cx="58674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  <a:cs typeface="宋体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  <a:cs typeface="宋体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  <a:cs typeface="宋体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  <a:cs typeface="宋体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Background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BD113-FE28-43A6-AA15-59A5386F5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88319" y="2100937"/>
            <a:ext cx="2598738" cy="2656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FB4D77-7F33-8ACB-125A-1EC45AB988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45400" y="2119310"/>
            <a:ext cx="2619375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44FF-F2D0-2FD2-8D2B-7E067EEB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694AD905-2509-1E4B-692C-DD780360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 wrap="square" anchor="ctr">
            <a:normAutofit/>
          </a:bodyPr>
          <a:lstStyle/>
          <a:p>
            <a:r>
              <a:rPr lang="en-US" altLang="zh-CN" sz="3100" dirty="0"/>
              <a:t>Related Work</a:t>
            </a:r>
            <a:endParaRPr lang="zh-CN" altLang="en-US" sz="3100" dirty="0"/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D046406C-AE21-36D0-BC54-50DE97D58E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5698065"/>
              </p:ext>
            </p:extLst>
          </p:nvPr>
        </p:nvGraphicFramePr>
        <p:xfrm>
          <a:off x="838200" y="2061556"/>
          <a:ext cx="10515600" cy="3682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41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 wrap="square" anchor="ctr">
            <a:normAutofit/>
          </a:bodyPr>
          <a:lstStyle/>
          <a:p>
            <a:r>
              <a:rPr lang="en-US" altLang="zh-CN" sz="3100"/>
              <a:t>Core Questions</a:t>
            </a:r>
            <a:endParaRPr lang="zh-CN" altLang="en-US" sz="3100"/>
          </a:p>
        </p:txBody>
      </p:sp>
      <p:graphicFrame>
        <p:nvGraphicFramePr>
          <p:cNvPr id="2" name="TextBox 2">
            <a:extLst>
              <a:ext uri="{FF2B5EF4-FFF2-40B4-BE49-F238E27FC236}">
                <a16:creationId xmlns:a16="http://schemas.microsoft.com/office/drawing/2014/main" id="{8DD7F3DB-9750-A438-A470-F5F702720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309387"/>
              </p:ext>
            </p:extLst>
          </p:nvPr>
        </p:nvGraphicFramePr>
        <p:xfrm>
          <a:off x="838200" y="2061556"/>
          <a:ext cx="10515600" cy="3682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"/>
          <p:cNvSpPr>
            <a:spLocks noGrp="1"/>
          </p:cNvSpPr>
          <p:nvPr>
            <p:ph type="title"/>
          </p:nvPr>
        </p:nvSpPr>
        <p:spPr>
          <a:xfrm>
            <a:off x="1212780" y="1147764"/>
            <a:ext cx="394335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Methodology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57C5C487-AB3F-7D53-0DB8-0DE4C4469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5413315"/>
              </p:ext>
            </p:extLst>
          </p:nvPr>
        </p:nvGraphicFramePr>
        <p:xfrm>
          <a:off x="1136397" y="2187667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E29CA1E-FD26-4573-32DB-8A135295D6C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92786" y="287961"/>
            <a:ext cx="3462817" cy="5422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6EFA-F683-06CA-7061-4567762D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">
            <a:extLst>
              <a:ext uri="{FF2B5EF4-FFF2-40B4-BE49-F238E27FC236}">
                <a16:creationId xmlns:a16="http://schemas.microsoft.com/office/drawing/2014/main" id="{E8026A54-CA59-358B-6042-91D2720F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780" y="1147764"/>
            <a:ext cx="394335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Methodology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D3E588F4-60DA-0265-ADD4-88BC4D4221C9}"/>
              </a:ext>
            </a:extLst>
          </p:cNvPr>
          <p:cNvGraphicFramePr/>
          <p:nvPr/>
        </p:nvGraphicFramePr>
        <p:xfrm>
          <a:off x="1136397" y="2187667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56698C0-9F43-99B7-80E5-9EDF66BACC6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35872" y="690355"/>
            <a:ext cx="4897998" cy="501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BE0D-4490-C0A8-F96F-DA526C9A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">
            <a:extLst>
              <a:ext uri="{FF2B5EF4-FFF2-40B4-BE49-F238E27FC236}">
                <a16:creationId xmlns:a16="http://schemas.microsoft.com/office/drawing/2014/main" id="{9DB96508-CEC4-E24F-BFEB-03CAD865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780" y="1147764"/>
            <a:ext cx="394335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Methodology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36FC13D1-1A32-C4BB-FF9C-C50B42DFD7B0}"/>
              </a:ext>
            </a:extLst>
          </p:cNvPr>
          <p:cNvGraphicFramePr/>
          <p:nvPr/>
        </p:nvGraphicFramePr>
        <p:xfrm>
          <a:off x="1136397" y="2187667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9D04CC8-CCA5-391B-CBC2-36B82399141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6000" y="1893447"/>
            <a:ext cx="6055026" cy="307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7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084E-5EE5-02EC-1B9F-D0229BD7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">
            <a:extLst>
              <a:ext uri="{FF2B5EF4-FFF2-40B4-BE49-F238E27FC236}">
                <a16:creationId xmlns:a16="http://schemas.microsoft.com/office/drawing/2014/main" id="{7DC0B192-D004-3E2C-969B-0F34D6A2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780" y="1147764"/>
            <a:ext cx="394335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Methodology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FA7EAEEB-74C6-181A-66BA-D2A5F4A1551D}"/>
              </a:ext>
            </a:extLst>
          </p:cNvPr>
          <p:cNvGraphicFramePr/>
          <p:nvPr/>
        </p:nvGraphicFramePr>
        <p:xfrm>
          <a:off x="1136397" y="2187667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2507207-18F2-BBBF-9812-B83895DD4F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38208" y="277569"/>
            <a:ext cx="4149489" cy="54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F89C-71FC-FE46-6577-81483C5A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4">
            <a:extLst>
              <a:ext uri="{FF2B5EF4-FFF2-40B4-BE49-F238E27FC236}">
                <a16:creationId xmlns:a16="http://schemas.microsoft.com/office/drawing/2014/main" id="{F7CF6AB9-11B5-BA66-3829-723EB0B7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CN" dirty="0"/>
              <a:t>Data Analysis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62FC70-365A-6F1A-7299-CB320D149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0493" y="1941890"/>
            <a:ext cx="6041507" cy="3201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650E14-52F7-E169-7C0F-485EE4C6EA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" y="1941890"/>
            <a:ext cx="4802578" cy="37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69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4"/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CN" dirty="0"/>
              <a:t>Data Analysis</a:t>
            </a:r>
            <a:endParaRPr lang="zh-CN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843CDC-39BA-900A-DFF3-650B2868F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564997"/>
            <a:ext cx="5935658" cy="31458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36EE8B-8DC3-615E-EB66-2EC3C12319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56341" y="2564997"/>
            <a:ext cx="5935658" cy="31458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43A05F-F444-1FA3-135A-94E076535AA6}"/>
              </a:ext>
            </a:extLst>
          </p:cNvPr>
          <p:cNvSpPr txBox="1"/>
          <p:nvPr/>
        </p:nvSpPr>
        <p:spPr>
          <a:xfrm>
            <a:off x="1584790" y="2103332"/>
            <a:ext cx="2766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E-commerce / Retail</a:t>
            </a:r>
            <a:endParaRPr lang="zh-CN" altLang="en-US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6E29C1-4137-FFED-1727-4E44E646B241}"/>
              </a:ext>
            </a:extLst>
          </p:cNvPr>
          <p:cNvSpPr txBox="1"/>
          <p:nvPr/>
        </p:nvSpPr>
        <p:spPr>
          <a:xfrm>
            <a:off x="8015537" y="2103332"/>
            <a:ext cx="2417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Fashion &amp; Beauty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3DF2-A54F-2FED-3E5C-15C1ADD9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4">
            <a:extLst>
              <a:ext uri="{FF2B5EF4-FFF2-40B4-BE49-F238E27FC236}">
                <a16:creationId xmlns:a16="http://schemas.microsoft.com/office/drawing/2014/main" id="{0A9D39A1-6EC2-39DE-7F23-CFFDE0AF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CN" dirty="0"/>
              <a:t>Data Analysis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1F5EF-AEE1-F5D6-FFC9-5F79483C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0493" y="1941890"/>
            <a:ext cx="6041507" cy="3201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DE46F4-BF32-3665-649A-B0D498931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" y="1941890"/>
            <a:ext cx="4802578" cy="37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5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4CD6-75EF-A094-E211-9581A21E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4">
            <a:extLst>
              <a:ext uri="{FF2B5EF4-FFF2-40B4-BE49-F238E27FC236}">
                <a16:creationId xmlns:a16="http://schemas.microsoft.com/office/drawing/2014/main" id="{7D878325-FC92-6BDB-ABE9-013338DA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157"/>
            <a:ext cx="10515600" cy="543533"/>
          </a:xfrm>
        </p:spPr>
        <p:txBody>
          <a:bodyPr wrap="square" anchor="ctr">
            <a:norm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Perception-Volume Paradox</a:t>
            </a:r>
            <a:endParaRPr lang="zh-CN" altLang="en-US" sz="31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2346DE9-940F-1101-876B-49C0ADB634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5334328"/>
              </p:ext>
            </p:extLst>
          </p:nvPr>
        </p:nvGraphicFramePr>
        <p:xfrm>
          <a:off x="389689" y="2131371"/>
          <a:ext cx="5561932" cy="3707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A31DF34-78E0-69E1-C216-A6D02FF27D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033813"/>
              </p:ext>
            </p:extLst>
          </p:nvPr>
        </p:nvGraphicFramePr>
        <p:xfrm>
          <a:off x="6096000" y="2131371"/>
          <a:ext cx="5561932" cy="3707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13225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2152650" y="1147764"/>
            <a:ext cx="788670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Conclusion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2152650" y="2062163"/>
            <a:ext cx="7886700" cy="427991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Platforms</a:t>
            </a:r>
          </a:p>
          <a:p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Smarter algorithms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Different strategy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Advertisers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Dynamic &amp; Vibrant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FA6A-8F57-63A0-1CA3-1833D87B3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E1DC125F-4697-582D-4075-4AB1B6A0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147764"/>
            <a:ext cx="788670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Limitations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D9AC0EAF-DBCA-EED9-57CF-58D7D1F2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062163"/>
            <a:ext cx="7886700" cy="4279914"/>
          </a:xfrm>
        </p:spPr>
        <p:txBody>
          <a:bodyPr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3200" dirty="0"/>
              <a:t>Limited </a:t>
            </a:r>
            <a:r>
              <a:rPr lang="en-US" altLang="zh-CN" sz="3200" dirty="0">
                <a:latin typeface="微软雅黑" charset="0"/>
                <a:ea typeface="微软雅黑" charset="0"/>
              </a:rPr>
              <a:t>survey participants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zh-CN" sz="2800" dirty="0">
              <a:latin typeface="微软雅黑" charset="0"/>
              <a:ea typeface="微软雅黑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charset="0"/>
                <a:ea typeface="微软雅黑" charset="0"/>
              </a:rPr>
              <a:t>98 survey participants</a:t>
            </a:r>
            <a:endParaRPr lang="en-US" altLang="zh-CN" sz="3200" dirty="0">
              <a:latin typeface="微软雅黑" charset="0"/>
              <a:ea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sz="3200" dirty="0">
              <a:latin typeface="微软雅黑" charset="0"/>
              <a:ea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charset="0"/>
                <a:ea typeface="微软雅黑" charset="0"/>
              </a:rPr>
              <a:t>Limited </a:t>
            </a:r>
            <a:r>
              <a:rPr lang="en-US" altLang="zh-CN" sz="3200" dirty="0"/>
              <a:t>posting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sz="32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Weibo : 189 accounts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X : 166 accounts</a:t>
            </a:r>
          </a:p>
        </p:txBody>
      </p:sp>
    </p:spTree>
    <p:extLst>
      <p:ext uri="{BB962C8B-B14F-4D97-AF65-F5344CB8AC3E}">
        <p14:creationId xmlns:p14="http://schemas.microsoft.com/office/powerpoint/2010/main" val="1548266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4FD2-7445-B280-D58E-A585971B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D8660CA7-7768-3BE6-B257-8E11BD82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147764"/>
            <a:ext cx="7886700" cy="542925"/>
          </a:xfrm>
        </p:spPr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Future Directions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EE47E068-F76E-1EAF-42CB-56B795E7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062163"/>
            <a:ext cx="7886700" cy="4279914"/>
          </a:xfrm>
        </p:spPr>
        <p:txBody>
          <a:bodyPr/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/>
              <a:t>In-depth Content and Sentiment Analysis</a:t>
            </a:r>
          </a:p>
          <a:p>
            <a:pPr lvl="1"/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/>
              <a:t>Multimodal Content Integration</a:t>
            </a: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/>
              <a:t>Expanded Scope and Generalizability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/>
              <a:t>Investigation of Algorithmic Mechanisms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494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2"/>
          <p:cNvSpPr>
            <a:spLocks noGrp="1"/>
          </p:cNvSpPr>
          <p:nvPr>
            <p:ph type="title"/>
          </p:nvPr>
        </p:nvSpPr>
        <p:spPr>
          <a:xfrm>
            <a:off x="3162300" y="3041650"/>
            <a:ext cx="5867400" cy="774700"/>
          </a:xfrm>
        </p:spPr>
        <p:txBody>
          <a:bodyPr/>
          <a:lstStyle/>
          <a:p>
            <a:pPr algn="ctr"/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About SW Journey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8"/>
          <p:cNvSpPr>
            <a:spLocks noGrp="1"/>
          </p:cNvSpPr>
          <p:nvPr>
            <p:ph type="title"/>
          </p:nvPr>
        </p:nvSpPr>
        <p:spPr>
          <a:xfrm>
            <a:off x="2152650" y="2335213"/>
            <a:ext cx="7886700" cy="3508996"/>
          </a:xfrm>
        </p:spPr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Thanks for watching</a:t>
            </a:r>
            <a:br>
              <a:rPr lang="en-US" altLang="zh-CN" dirty="0">
                <a:solidFill>
                  <a:schemeClr val="tx2"/>
                </a:solidFill>
              </a:rPr>
            </a:br>
            <a:br>
              <a:rPr lang="en-US" altLang="zh-CN" sz="4000" dirty="0">
                <a:solidFill>
                  <a:schemeClr val="tx2"/>
                </a:solidFill>
              </a:rPr>
            </a:br>
            <a:r>
              <a:rPr lang="en-US" altLang="zh-CN" sz="2400" dirty="0">
                <a:solidFill>
                  <a:schemeClr val="tx2"/>
                </a:solidFill>
              </a:rPr>
              <a:t>Shaoxiang Qu</a:t>
            </a:r>
            <a:br>
              <a:rPr lang="en-US" altLang="zh-CN" sz="2800" dirty="0">
                <a:solidFill>
                  <a:schemeClr val="tx2"/>
                </a:solidFill>
              </a:rPr>
            </a:br>
            <a:br>
              <a:rPr lang="en-US" altLang="zh-CN" dirty="0">
                <a:solidFill>
                  <a:schemeClr val="tx2"/>
                </a:solidFill>
              </a:rPr>
            </a:br>
            <a:r>
              <a:rPr lang="en-US" altLang="zh-CN" sz="2000" dirty="0">
                <a:solidFill>
                  <a:schemeClr val="tx2"/>
                </a:solidFill>
              </a:rPr>
              <a:t>Acknowledgements: Mentor: Jiang Long, Survey Participants.</a:t>
            </a:r>
            <a:br>
              <a:rPr lang="zh-CN" altLang="en-US" dirty="0">
                <a:solidFill>
                  <a:schemeClr val="tx2"/>
                </a:solidFill>
              </a:rPr>
            </a:b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KU ppt 0815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E4770166-F6EA-4BB0-9EFB-83D85B8F1306}" vid="{B4964549-C8A2-4454-AAA5-B7BDA80616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DKU ppt 0815.pot</Template>
  <TotalTime>1249</TotalTime>
  <Words>1508</Words>
  <Application>Microsoft Office PowerPoint</Application>
  <PresentationFormat>Widescreen</PresentationFormat>
  <Paragraphs>242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微软雅黑</vt:lpstr>
      <vt:lpstr>等线</vt:lpstr>
      <vt:lpstr>Arial</vt:lpstr>
      <vt:lpstr>Calibri</vt:lpstr>
      <vt:lpstr>Calibri Light</vt:lpstr>
      <vt:lpstr>DKU ppt 0815</vt:lpstr>
      <vt:lpstr>OFFICIAL BRAND ACCOUNT ADVERTISING: A COMPARATIVE STUDY OF WEIBO AND X</vt:lpstr>
      <vt:lpstr>PowerPoint Presentation</vt:lpstr>
      <vt:lpstr>Related Work</vt:lpstr>
      <vt:lpstr>Core Questions</vt:lpstr>
      <vt:lpstr>Methodology</vt:lpstr>
      <vt:lpstr>Methodology</vt:lpstr>
      <vt:lpstr>Methodology</vt:lpstr>
      <vt:lpstr>Methodology</vt:lpstr>
      <vt:lpstr>Data Analysis</vt:lpstr>
      <vt:lpstr>Data Analysis</vt:lpstr>
      <vt:lpstr>Data Analysis</vt:lpstr>
      <vt:lpstr>Perception-Volume Paradox</vt:lpstr>
      <vt:lpstr>Conclusion</vt:lpstr>
      <vt:lpstr>Limitations</vt:lpstr>
      <vt:lpstr>Future Directions</vt:lpstr>
      <vt:lpstr>About SW Journey</vt:lpstr>
      <vt:lpstr>Thanks for watching  Shaoxiang Qu  Acknowledgements: Mentor: Jiang Long, Survey Participants.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mm</dc:creator>
  <cp:lastModifiedBy>Shaoxiang Qu</cp:lastModifiedBy>
  <cp:revision>34</cp:revision>
  <dcterms:created xsi:type="dcterms:W3CDTF">2014-08-15T09:22:21Z</dcterms:created>
  <dcterms:modified xsi:type="dcterms:W3CDTF">2025-11-23T15:47:35Z</dcterms:modified>
</cp:coreProperties>
</file>